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302" r:id="rId2"/>
    <p:sldId id="287" r:id="rId3"/>
    <p:sldId id="303" r:id="rId4"/>
    <p:sldId id="305" r:id="rId5"/>
    <p:sldId id="259" r:id="rId6"/>
    <p:sldId id="309" r:id="rId7"/>
    <p:sldId id="307" r:id="rId8"/>
    <p:sldId id="308" r:id="rId9"/>
    <p:sldId id="304" r:id="rId10"/>
    <p:sldId id="28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C48"/>
    <a:srgbClr val="2C2D39"/>
    <a:srgbClr val="242630"/>
    <a:srgbClr val="2A1F43"/>
    <a:srgbClr val="0C1B43"/>
    <a:srgbClr val="000000"/>
    <a:srgbClr val="1D2225"/>
    <a:srgbClr val="F8F8F8"/>
    <a:srgbClr val="363C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C2506F-2C46-4364-B4E8-1202C836460E}" v="108" dt="2025-11-16T06:42:29.457"/>
  </p1510:revLst>
</p1510:revInfo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09" autoAdjust="0"/>
    <p:restoredTop sz="90551" autoAdjust="0"/>
  </p:normalViewPr>
  <p:slideViewPr>
    <p:cSldViewPr snapToGrid="0" snapToObjects="1">
      <p:cViewPr varScale="1">
        <p:scale>
          <a:sx n="57" d="100"/>
          <a:sy n="57" d="100"/>
        </p:scale>
        <p:origin x="73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6" d="100"/>
          <a:sy n="86" d="100"/>
        </p:scale>
        <p:origin x="2416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shika Sharma" userId="1228a326892d67af" providerId="LiveId" clId="{11ADF725-7F91-420E-9D3B-1183AA5083FE}"/>
    <pc:docChg chg="undo redo custSel addSld delSld modSld sldOrd">
      <pc:chgData name="Yashika Sharma" userId="1228a326892d67af" providerId="LiveId" clId="{11ADF725-7F91-420E-9D3B-1183AA5083FE}" dt="2025-11-15T16:27:31.279" v="8046" actId="123"/>
      <pc:docMkLst>
        <pc:docMk/>
      </pc:docMkLst>
      <pc:sldChg chg="addSp modSp mod ord">
        <pc:chgData name="Yashika Sharma" userId="1228a326892d67af" providerId="LiveId" clId="{11ADF725-7F91-420E-9D3B-1183AA5083FE}" dt="2025-11-15T16:27:08.684" v="8044" actId="6559"/>
        <pc:sldMkLst>
          <pc:docMk/>
          <pc:sldMk cId="2888113506" sldId="259"/>
        </pc:sldMkLst>
        <pc:spChg chg="mod">
          <ac:chgData name="Yashika Sharma" userId="1228a326892d67af" providerId="LiveId" clId="{11ADF725-7F91-420E-9D3B-1183AA5083FE}" dt="2025-11-15T10:57:40.498" v="7581" actId="1076"/>
          <ac:spMkLst>
            <pc:docMk/>
            <pc:sldMk cId="2888113506" sldId="259"/>
            <ac:spMk id="21" creationId="{4095A0CF-E335-0C44-AB23-48EE18153C8F}"/>
          </ac:spMkLst>
        </pc:spChg>
        <pc:spChg chg="mod">
          <ac:chgData name="Yashika Sharma" userId="1228a326892d67af" providerId="LiveId" clId="{11ADF725-7F91-420E-9D3B-1183AA5083FE}" dt="2025-11-15T16:27:08.684" v="8044" actId="6559"/>
          <ac:spMkLst>
            <pc:docMk/>
            <pc:sldMk cId="2888113506" sldId="259"/>
            <ac:spMk id="23" creationId="{3E408D6E-B51C-CD4F-AC1A-15EC32AAB741}"/>
          </ac:spMkLst>
        </pc:spChg>
        <pc:picChg chg="add mod">
          <ac:chgData name="Yashika Sharma" userId="1228a326892d67af" providerId="LiveId" clId="{11ADF725-7F91-420E-9D3B-1183AA5083FE}" dt="2025-11-15T03:04:57.657" v="4719" actId="14100"/>
          <ac:picMkLst>
            <pc:docMk/>
            <pc:sldMk cId="2888113506" sldId="259"/>
            <ac:picMk id="3" creationId="{3FD261A5-9225-7B9D-B9D3-7063DC4133F3}"/>
          </ac:picMkLst>
        </pc:picChg>
        <pc:picChg chg="mod">
          <ac:chgData name="Yashika Sharma" userId="1228a326892d67af" providerId="LiveId" clId="{11ADF725-7F91-420E-9D3B-1183AA5083FE}" dt="2025-11-14T19:32:51.925" v="3414" actId="14100"/>
          <ac:picMkLst>
            <pc:docMk/>
            <pc:sldMk cId="2888113506" sldId="259"/>
            <ac:picMk id="5" creationId="{EB446F87-E920-4084-8574-3F3BA2741E6E}"/>
          </ac:picMkLst>
        </pc:picChg>
      </pc:sldChg>
      <pc:sldChg chg="addSp modSp mod ord">
        <pc:chgData name="Yashika Sharma" userId="1228a326892d67af" providerId="LiveId" clId="{11ADF725-7F91-420E-9D3B-1183AA5083FE}" dt="2025-11-15T16:26:09.192" v="8037" actId="123"/>
        <pc:sldMkLst>
          <pc:docMk/>
          <pc:sldMk cId="2799639823" sldId="287"/>
        </pc:sldMkLst>
        <pc:spChg chg="add mod">
          <ac:chgData name="Yashika Sharma" userId="1228a326892d67af" providerId="LiveId" clId="{11ADF725-7F91-420E-9D3B-1183AA5083FE}" dt="2025-11-14T18:23:25.952" v="1895" actId="1076"/>
          <ac:spMkLst>
            <pc:docMk/>
            <pc:sldMk cId="2799639823" sldId="287"/>
            <ac:spMk id="3" creationId="{611DA5CB-2908-BA16-907B-A572EE8011D8}"/>
          </ac:spMkLst>
        </pc:spChg>
        <pc:spChg chg="mod">
          <ac:chgData name="Yashika Sharma" userId="1228a326892d67af" providerId="LiveId" clId="{11ADF725-7F91-420E-9D3B-1183AA5083FE}" dt="2025-11-14T18:17:39.669" v="1855" actId="1076"/>
          <ac:spMkLst>
            <pc:docMk/>
            <pc:sldMk cId="2799639823" sldId="287"/>
            <ac:spMk id="15" creationId="{919ADAFC-DC1D-4249-B968-F885B35940C9}"/>
          </ac:spMkLst>
        </pc:spChg>
        <pc:spChg chg="mod">
          <ac:chgData name="Yashika Sharma" userId="1228a326892d67af" providerId="LiveId" clId="{11ADF725-7F91-420E-9D3B-1183AA5083FE}" dt="2025-11-15T16:26:01.587" v="8036" actId="123"/>
          <ac:spMkLst>
            <pc:docMk/>
            <pc:sldMk cId="2799639823" sldId="287"/>
            <ac:spMk id="16" creationId="{3017211D-9C44-B641-A078-4EA6FEE3BBF9}"/>
          </ac:spMkLst>
        </pc:spChg>
        <pc:spChg chg="mod">
          <ac:chgData name="Yashika Sharma" userId="1228a326892d67af" providerId="LiveId" clId="{11ADF725-7F91-420E-9D3B-1183AA5083FE}" dt="2025-11-14T18:12:07.420" v="1479"/>
          <ac:spMkLst>
            <pc:docMk/>
            <pc:sldMk cId="2799639823" sldId="287"/>
            <ac:spMk id="21" creationId="{2627AE97-340B-E245-B9C6-A4E8743E1340}"/>
          </ac:spMkLst>
        </pc:spChg>
        <pc:spChg chg="mod">
          <ac:chgData name="Yashika Sharma" userId="1228a326892d67af" providerId="LiveId" clId="{11ADF725-7F91-420E-9D3B-1183AA5083FE}" dt="2025-11-15T16:26:09.192" v="8037" actId="123"/>
          <ac:spMkLst>
            <pc:docMk/>
            <pc:sldMk cId="2799639823" sldId="287"/>
            <ac:spMk id="27" creationId="{78F30852-7324-B342-92E6-181AD0A5705C}"/>
          </ac:spMkLst>
        </pc:spChg>
        <pc:spChg chg="mod">
          <ac:chgData name="Yashika Sharma" userId="1228a326892d67af" providerId="LiveId" clId="{11ADF725-7F91-420E-9D3B-1183AA5083FE}" dt="2025-11-14T18:17:49.826" v="1857" actId="1076"/>
          <ac:spMkLst>
            <pc:docMk/>
            <pc:sldMk cId="2799639823" sldId="287"/>
            <ac:spMk id="28" creationId="{81ECBBB6-1140-7745-B57A-8FE68E837E23}"/>
          </ac:spMkLst>
        </pc:spChg>
      </pc:sldChg>
      <pc:sldChg chg="del">
        <pc:chgData name="Yashika Sharma" userId="1228a326892d67af" providerId="LiveId" clId="{11ADF725-7F91-420E-9D3B-1183AA5083FE}" dt="2025-11-15T04:26:58.547" v="5118" actId="47"/>
        <pc:sldMkLst>
          <pc:docMk/>
          <pc:sldMk cId="290282695" sldId="288"/>
        </pc:sldMkLst>
      </pc:sldChg>
      <pc:sldChg chg="modSp mod">
        <pc:chgData name="Yashika Sharma" userId="1228a326892d67af" providerId="LiveId" clId="{11ADF725-7F91-420E-9D3B-1183AA5083FE}" dt="2025-11-15T15:24:26.602" v="7984" actId="14100"/>
        <pc:sldMkLst>
          <pc:docMk/>
          <pc:sldMk cId="1490811680" sldId="289"/>
        </pc:sldMkLst>
        <pc:spChg chg="mod">
          <ac:chgData name="Yashika Sharma" userId="1228a326892d67af" providerId="LiveId" clId="{11ADF725-7F91-420E-9D3B-1183AA5083FE}" dt="2025-11-15T10:57:09.975" v="7577" actId="6559"/>
          <ac:spMkLst>
            <pc:docMk/>
            <pc:sldMk cId="1490811680" sldId="289"/>
            <ac:spMk id="3" creationId="{99F42768-7A00-44B6-B91D-8876B8A46EDC}"/>
          </ac:spMkLst>
        </pc:spChg>
        <pc:spChg chg="mod">
          <ac:chgData name="Yashika Sharma" userId="1228a326892d67af" providerId="LiveId" clId="{11ADF725-7F91-420E-9D3B-1183AA5083FE}" dt="2025-11-15T11:04:49.716" v="7979" actId="313"/>
          <ac:spMkLst>
            <pc:docMk/>
            <pc:sldMk cId="1490811680" sldId="289"/>
            <ac:spMk id="4" creationId="{64BEB3A5-2FC8-4AD8-8BB4-F7837CBF0E16}"/>
          </ac:spMkLst>
        </pc:spChg>
        <pc:picChg chg="mod ord">
          <ac:chgData name="Yashika Sharma" userId="1228a326892d67af" providerId="LiveId" clId="{11ADF725-7F91-420E-9D3B-1183AA5083FE}" dt="2025-11-15T15:24:26.602" v="7984" actId="14100"/>
          <ac:picMkLst>
            <pc:docMk/>
            <pc:sldMk cId="1490811680" sldId="289"/>
            <ac:picMk id="7" creationId="{E04F9018-8C84-43AA-B858-C90C833AD461}"/>
          </ac:picMkLst>
        </pc:picChg>
      </pc:sldChg>
      <pc:sldChg chg="addSp modSp mod">
        <pc:chgData name="Yashika Sharma" userId="1228a326892d67af" providerId="LiveId" clId="{11ADF725-7F91-420E-9D3B-1183AA5083FE}" dt="2025-11-15T10:56:42.018" v="7564" actId="1076"/>
        <pc:sldMkLst>
          <pc:docMk/>
          <pc:sldMk cId="17712397" sldId="302"/>
        </pc:sldMkLst>
        <pc:spChg chg="add mod">
          <ac:chgData name="Yashika Sharma" userId="1228a326892d67af" providerId="LiveId" clId="{11ADF725-7F91-420E-9D3B-1183AA5083FE}" dt="2025-11-15T10:56:22.329" v="7563" actId="1076"/>
          <ac:spMkLst>
            <pc:docMk/>
            <pc:sldMk cId="17712397" sldId="302"/>
            <ac:spMk id="2" creationId="{39DD17FE-C7FF-EEA5-479A-31745F99B083}"/>
          </ac:spMkLst>
        </pc:spChg>
        <pc:spChg chg="mod">
          <ac:chgData name="Yashika Sharma" userId="1228a326892d67af" providerId="LiveId" clId="{11ADF725-7F91-420E-9D3B-1183AA5083FE}" dt="2025-11-14T15:54:30.608" v="157" actId="1076"/>
          <ac:spMkLst>
            <pc:docMk/>
            <pc:sldMk cId="17712397" sldId="302"/>
            <ac:spMk id="10" creationId="{802AA36A-8685-4D91-92E4-CBC45883BFFF}"/>
          </ac:spMkLst>
        </pc:spChg>
        <pc:spChg chg="mod">
          <ac:chgData name="Yashika Sharma" userId="1228a326892d67af" providerId="LiveId" clId="{11ADF725-7F91-420E-9D3B-1183AA5083FE}" dt="2025-11-15T10:56:42.018" v="7564" actId="1076"/>
          <ac:spMkLst>
            <pc:docMk/>
            <pc:sldMk cId="17712397" sldId="302"/>
            <ac:spMk id="12" creationId="{FF1EEC5C-B452-49AC-85CC-33670A64C477}"/>
          </ac:spMkLst>
        </pc:spChg>
        <pc:picChg chg="mod">
          <ac:chgData name="Yashika Sharma" userId="1228a326892d67af" providerId="LiveId" clId="{11ADF725-7F91-420E-9D3B-1183AA5083FE}" dt="2025-11-14T15:42:28.639" v="67" actId="14826"/>
          <ac:picMkLst>
            <pc:docMk/>
            <pc:sldMk cId="17712397" sldId="302"/>
            <ac:picMk id="5" creationId="{120E820F-B28F-4486-9338-B0657800FFD9}"/>
          </ac:picMkLst>
        </pc:picChg>
      </pc:sldChg>
      <pc:sldChg chg="addSp modSp mod ord">
        <pc:chgData name="Yashika Sharma" userId="1228a326892d67af" providerId="LiveId" clId="{11ADF725-7F91-420E-9D3B-1183AA5083FE}" dt="2025-11-15T16:26:19.914" v="8038" actId="123"/>
        <pc:sldMkLst>
          <pc:docMk/>
          <pc:sldMk cId="2028633341" sldId="303"/>
        </pc:sldMkLst>
        <pc:spChg chg="mod">
          <ac:chgData name="Yashika Sharma" userId="1228a326892d67af" providerId="LiveId" clId="{11ADF725-7F91-420E-9D3B-1183AA5083FE}" dt="2025-11-14T18:19:19.663" v="1894" actId="6559"/>
          <ac:spMkLst>
            <pc:docMk/>
            <pc:sldMk cId="2028633341" sldId="303"/>
            <ac:spMk id="2" creationId="{3FE5064C-0C77-40EF-B78A-227F2C923485}"/>
          </ac:spMkLst>
        </pc:spChg>
        <pc:spChg chg="mod">
          <ac:chgData name="Yashika Sharma" userId="1228a326892d67af" providerId="LiveId" clId="{11ADF725-7F91-420E-9D3B-1183AA5083FE}" dt="2025-11-15T16:26:19.914" v="8038" actId="123"/>
          <ac:spMkLst>
            <pc:docMk/>
            <pc:sldMk cId="2028633341" sldId="303"/>
            <ac:spMk id="3" creationId="{41FFDDD6-E8E3-4FD4-A371-90094C459EEF}"/>
          </ac:spMkLst>
        </pc:spChg>
        <pc:graphicFrameChg chg="add mod modGraphic">
          <ac:chgData name="Yashika Sharma" userId="1228a326892d67af" providerId="LiveId" clId="{11ADF725-7F91-420E-9D3B-1183AA5083FE}" dt="2025-11-15T02:36:53.882" v="4712"/>
          <ac:graphicFrameMkLst>
            <pc:docMk/>
            <pc:sldMk cId="2028633341" sldId="303"/>
            <ac:graphicFrameMk id="7" creationId="{2659B516-ABDD-0259-3BE7-76F95051CF88}"/>
          </ac:graphicFrameMkLst>
        </pc:graphicFrameChg>
      </pc:sldChg>
      <pc:sldChg chg="addSp delSp modSp new mod">
        <pc:chgData name="Yashika Sharma" userId="1228a326892d67af" providerId="LiveId" clId="{11ADF725-7F91-420E-9D3B-1183AA5083FE}" dt="2025-11-15T10:53:53.070" v="7453" actId="14100"/>
        <pc:sldMkLst>
          <pc:docMk/>
          <pc:sldMk cId="3149129237" sldId="304"/>
        </pc:sldMkLst>
        <pc:spChg chg="mod">
          <ac:chgData name="Yashika Sharma" userId="1228a326892d67af" providerId="LiveId" clId="{11ADF725-7F91-420E-9D3B-1183AA5083FE}" dt="2025-11-15T04:24:25.046" v="5078" actId="6559"/>
          <ac:spMkLst>
            <pc:docMk/>
            <pc:sldMk cId="3149129237" sldId="304"/>
            <ac:spMk id="2" creationId="{337A8ECD-15DB-2562-3290-C3A9C3424CCC}"/>
          </ac:spMkLst>
        </pc:spChg>
        <pc:spChg chg="del mod">
          <ac:chgData name="Yashika Sharma" userId="1228a326892d67af" providerId="LiveId" clId="{11ADF725-7F91-420E-9D3B-1183AA5083FE}" dt="2025-11-15T10:43:50.719" v="6559"/>
          <ac:spMkLst>
            <pc:docMk/>
            <pc:sldMk cId="3149129237" sldId="304"/>
            <ac:spMk id="4" creationId="{6EC6DAC0-2B4A-87D3-26FA-EF5D19180F44}"/>
          </ac:spMkLst>
        </pc:spChg>
        <pc:graphicFrameChg chg="add del mod modGraphic">
          <ac:chgData name="Yashika Sharma" userId="1228a326892d67af" providerId="LiveId" clId="{11ADF725-7F91-420E-9D3B-1183AA5083FE}" dt="2025-11-15T10:43:48.919" v="6558" actId="21"/>
          <ac:graphicFrameMkLst>
            <pc:docMk/>
            <pc:sldMk cId="3149129237" sldId="304"/>
            <ac:graphicFrameMk id="5" creationId="{32988606-DC13-1133-D77D-7D6A5722DC0B}"/>
          </ac:graphicFrameMkLst>
        </pc:graphicFrameChg>
        <pc:graphicFrameChg chg="add mod modGraphic">
          <ac:chgData name="Yashika Sharma" userId="1228a326892d67af" providerId="LiveId" clId="{11ADF725-7F91-420E-9D3B-1183AA5083FE}" dt="2025-11-15T10:53:53.070" v="7453" actId="14100"/>
          <ac:graphicFrameMkLst>
            <pc:docMk/>
            <pc:sldMk cId="3149129237" sldId="304"/>
            <ac:graphicFrameMk id="6" creationId="{32988606-DC13-1133-D77D-7D6A5722DC0B}"/>
          </ac:graphicFrameMkLst>
        </pc:graphicFrameChg>
      </pc:sldChg>
      <pc:sldChg chg="addSp delSp modSp new mod">
        <pc:chgData name="Yashika Sharma" userId="1228a326892d67af" providerId="LiveId" clId="{11ADF725-7F91-420E-9D3B-1183AA5083FE}" dt="2025-11-15T16:26:41.785" v="8042" actId="123"/>
        <pc:sldMkLst>
          <pc:docMk/>
          <pc:sldMk cId="3554437967" sldId="305"/>
        </pc:sldMkLst>
        <pc:spChg chg="mod">
          <ac:chgData name="Yashika Sharma" userId="1228a326892d67af" providerId="LiveId" clId="{11ADF725-7F91-420E-9D3B-1183AA5083FE}" dt="2025-11-14T19:22:51.994" v="2993" actId="122"/>
          <ac:spMkLst>
            <pc:docMk/>
            <pc:sldMk cId="3554437967" sldId="305"/>
            <ac:spMk id="3" creationId="{3C39C5C1-FEBF-34B8-797C-7D736384A728}"/>
          </ac:spMkLst>
        </pc:spChg>
        <pc:spChg chg="mod">
          <ac:chgData name="Yashika Sharma" userId="1228a326892d67af" providerId="LiveId" clId="{11ADF725-7F91-420E-9D3B-1183AA5083FE}" dt="2025-11-14T19:25:01.737" v="3040" actId="1076"/>
          <ac:spMkLst>
            <pc:docMk/>
            <pc:sldMk cId="3554437967" sldId="305"/>
            <ac:spMk id="4" creationId="{3DF91D3D-16BC-4603-97E7-E684664F733F}"/>
          </ac:spMkLst>
        </pc:spChg>
        <pc:spChg chg="mod">
          <ac:chgData name="Yashika Sharma" userId="1228a326892d67af" providerId="LiveId" clId="{11ADF725-7F91-420E-9D3B-1183AA5083FE}" dt="2025-11-14T19:25:05.428" v="3041" actId="1076"/>
          <ac:spMkLst>
            <pc:docMk/>
            <pc:sldMk cId="3554437967" sldId="305"/>
            <ac:spMk id="5" creationId="{0AABD227-6F13-9E35-440F-34A6D57A7907}"/>
          </ac:spMkLst>
        </pc:spChg>
        <pc:spChg chg="add mod">
          <ac:chgData name="Yashika Sharma" userId="1228a326892d67af" providerId="LiveId" clId="{11ADF725-7F91-420E-9D3B-1183AA5083FE}" dt="2025-11-15T16:26:41.785" v="8042" actId="123"/>
          <ac:spMkLst>
            <pc:docMk/>
            <pc:sldMk cId="3554437967" sldId="305"/>
            <ac:spMk id="13" creationId="{F27C9D28-0D84-7C49-DE3F-00D01C79389C}"/>
          </ac:spMkLst>
        </pc:spChg>
        <pc:spChg chg="add mod">
          <ac:chgData name="Yashika Sharma" userId="1228a326892d67af" providerId="LiveId" clId="{11ADF725-7F91-420E-9D3B-1183AA5083FE}" dt="2025-11-15T02:17:46.562" v="3981" actId="20577"/>
          <ac:spMkLst>
            <pc:docMk/>
            <pc:sldMk cId="3554437967" sldId="305"/>
            <ac:spMk id="14" creationId="{24531B1C-8A4B-7836-1DA8-333493EE3912}"/>
          </ac:spMkLst>
        </pc:spChg>
        <pc:picChg chg="add mod">
          <ac:chgData name="Yashika Sharma" userId="1228a326892d67af" providerId="LiveId" clId="{11ADF725-7F91-420E-9D3B-1183AA5083FE}" dt="2025-11-15T02:26:52.004" v="4373" actId="1076"/>
          <ac:picMkLst>
            <pc:docMk/>
            <pc:sldMk cId="3554437967" sldId="305"/>
            <ac:picMk id="9" creationId="{737A1DAD-CF0F-215D-131D-D88ED092F136}"/>
          </ac:picMkLst>
        </pc:picChg>
        <pc:picChg chg="add mod">
          <ac:chgData name="Yashika Sharma" userId="1228a326892d67af" providerId="LiveId" clId="{11ADF725-7F91-420E-9D3B-1183AA5083FE}" dt="2025-11-14T19:25:10.587" v="3043" actId="1076"/>
          <ac:picMkLst>
            <pc:docMk/>
            <pc:sldMk cId="3554437967" sldId="305"/>
            <ac:picMk id="11" creationId="{75FB13AE-29C1-72D2-F62B-C6DAC36CEF45}"/>
          </ac:picMkLst>
        </pc:picChg>
      </pc:sldChg>
      <pc:sldChg chg="addSp delSp modSp add del mod ord modClrScheme chgLayout">
        <pc:chgData name="Yashika Sharma" userId="1228a326892d67af" providerId="LiveId" clId="{11ADF725-7F91-420E-9D3B-1183AA5083FE}" dt="2025-11-15T04:09:00.786" v="4967" actId="2696"/>
        <pc:sldMkLst>
          <pc:docMk/>
          <pc:sldMk cId="1908549225" sldId="306"/>
        </pc:sldMkLst>
        <pc:spChg chg="mod ord">
          <ac:chgData name="Yashika Sharma" userId="1228a326892d67af" providerId="LiveId" clId="{11ADF725-7F91-420E-9D3B-1183AA5083FE}" dt="2025-11-15T03:08:57.495" v="4776" actId="700"/>
          <ac:spMkLst>
            <pc:docMk/>
            <pc:sldMk cId="1908549225" sldId="306"/>
            <ac:spMk id="2" creationId="{8D0DBE2D-481F-4B33-38E3-CD9EC5F0C3EB}"/>
          </ac:spMkLst>
        </pc:spChg>
        <pc:spChg chg="mod ord">
          <ac:chgData name="Yashika Sharma" userId="1228a326892d67af" providerId="LiveId" clId="{11ADF725-7F91-420E-9D3B-1183AA5083FE}" dt="2025-11-15T03:08:57.495" v="4776" actId="700"/>
          <ac:spMkLst>
            <pc:docMk/>
            <pc:sldMk cId="1908549225" sldId="306"/>
            <ac:spMk id="3" creationId="{B096F2A4-555A-CE2C-3C2B-972387D3D7CE}"/>
          </ac:spMkLst>
        </pc:spChg>
        <pc:spChg chg="del mod">
          <ac:chgData name="Yashika Sharma" userId="1228a326892d67af" providerId="LiveId" clId="{11ADF725-7F91-420E-9D3B-1183AA5083FE}" dt="2025-11-15T02:29:45.250" v="4540" actId="478"/>
          <ac:spMkLst>
            <pc:docMk/>
            <pc:sldMk cId="1908549225" sldId="306"/>
            <ac:spMk id="4" creationId="{55BE2EBF-0925-D1CF-ECC7-0CFE79B190B3}"/>
          </ac:spMkLst>
        </pc:spChg>
        <pc:spChg chg="del mod">
          <ac:chgData name="Yashika Sharma" userId="1228a326892d67af" providerId="LiveId" clId="{11ADF725-7F91-420E-9D3B-1183AA5083FE}" dt="2025-11-15T02:29:43.193" v="4539" actId="478"/>
          <ac:spMkLst>
            <pc:docMk/>
            <pc:sldMk cId="1908549225" sldId="306"/>
            <ac:spMk id="5" creationId="{017AEE49-4EC4-907C-DA10-5C19B0D9B4FC}"/>
          </ac:spMkLst>
        </pc:spChg>
        <pc:spChg chg="add del mod">
          <ac:chgData name="Yashika Sharma" userId="1228a326892d67af" providerId="LiveId" clId="{11ADF725-7F91-420E-9D3B-1183AA5083FE}" dt="2025-11-15T02:26:17.382" v="4367" actId="21"/>
          <ac:spMkLst>
            <pc:docMk/>
            <pc:sldMk cId="1908549225" sldId="306"/>
            <ac:spMk id="7" creationId="{2646972C-B44B-84B3-2B68-D46C6AE602EB}"/>
          </ac:spMkLst>
        </pc:spChg>
        <pc:spChg chg="add mod ord">
          <ac:chgData name="Yashika Sharma" userId="1228a326892d67af" providerId="LiveId" clId="{11ADF725-7F91-420E-9D3B-1183AA5083FE}" dt="2025-11-15T03:08:57.495" v="4776" actId="700"/>
          <ac:spMkLst>
            <pc:docMk/>
            <pc:sldMk cId="1908549225" sldId="306"/>
            <ac:spMk id="10" creationId="{67CE287E-7BCD-8926-254B-4DEC993E23F8}"/>
          </ac:spMkLst>
        </pc:spChg>
        <pc:spChg chg="add del mod ord">
          <ac:chgData name="Yashika Sharma" userId="1228a326892d67af" providerId="LiveId" clId="{11ADF725-7F91-420E-9D3B-1183AA5083FE}" dt="2025-11-15T03:08:57.495" v="4776" actId="700"/>
          <ac:spMkLst>
            <pc:docMk/>
            <pc:sldMk cId="1908549225" sldId="306"/>
            <ac:spMk id="12" creationId="{3B348E28-9BB5-3D24-0B3B-07F248CAAF41}"/>
          </ac:spMkLst>
        </pc:spChg>
        <pc:spChg chg="add del">
          <ac:chgData name="Yashika Sharma" userId="1228a326892d67af" providerId="LiveId" clId="{11ADF725-7F91-420E-9D3B-1183AA5083FE}" dt="2025-11-15T02:28:05.148" v="4390" actId="478"/>
          <ac:spMkLst>
            <pc:docMk/>
            <pc:sldMk cId="1908549225" sldId="306"/>
            <ac:spMk id="13" creationId="{531EB988-99B5-95F1-ABEA-AAF89208D242}"/>
          </ac:spMkLst>
        </pc:spChg>
        <pc:spChg chg="add del">
          <ac:chgData name="Yashika Sharma" userId="1228a326892d67af" providerId="LiveId" clId="{11ADF725-7F91-420E-9D3B-1183AA5083FE}" dt="2025-11-15T02:28:07.949" v="4391" actId="478"/>
          <ac:spMkLst>
            <pc:docMk/>
            <pc:sldMk cId="1908549225" sldId="306"/>
            <ac:spMk id="14" creationId="{D1548E41-F704-8AE1-73D9-7D283B64201F}"/>
          </ac:spMkLst>
        </pc:spChg>
        <pc:spChg chg="add del mod">
          <ac:chgData name="Yashika Sharma" userId="1228a326892d67af" providerId="LiveId" clId="{11ADF725-7F91-420E-9D3B-1183AA5083FE}" dt="2025-11-15T03:08:57.050" v="4775" actId="478"/>
          <ac:spMkLst>
            <pc:docMk/>
            <pc:sldMk cId="1908549225" sldId="306"/>
            <ac:spMk id="16" creationId="{ACBF1444-0B3F-78F9-BE0E-0C9FDF30D06F}"/>
          </ac:spMkLst>
        </pc:spChg>
        <pc:picChg chg="add del mod ord">
          <ac:chgData name="Yashika Sharma" userId="1228a326892d67af" providerId="LiveId" clId="{11ADF725-7F91-420E-9D3B-1183AA5083FE}" dt="2025-11-15T03:08:57.495" v="4776" actId="700"/>
          <ac:picMkLst>
            <pc:docMk/>
            <pc:sldMk cId="1908549225" sldId="306"/>
            <ac:picMk id="9" creationId="{477FC0FE-9617-2AA0-689B-33CFB6066298}"/>
          </ac:picMkLst>
        </pc:picChg>
        <pc:picChg chg="del mod">
          <ac:chgData name="Yashika Sharma" userId="1228a326892d67af" providerId="LiveId" clId="{11ADF725-7F91-420E-9D3B-1183AA5083FE}" dt="2025-11-15T02:27:38.916" v="4376" actId="21"/>
          <ac:picMkLst>
            <pc:docMk/>
            <pc:sldMk cId="1908549225" sldId="306"/>
            <ac:picMk id="11" creationId="{7D29C6E8-35C4-D662-6C2A-6628B6A71416}"/>
          </ac:picMkLst>
        </pc:picChg>
      </pc:sldChg>
      <pc:sldChg chg="addSp delSp modSp new mod ord setBg">
        <pc:chgData name="Yashika Sharma" userId="1228a326892d67af" providerId="LiveId" clId="{11ADF725-7F91-420E-9D3B-1183AA5083FE}" dt="2025-11-15T16:27:22.293" v="8045" actId="123"/>
        <pc:sldMkLst>
          <pc:docMk/>
          <pc:sldMk cId="2751382993" sldId="307"/>
        </pc:sldMkLst>
        <pc:spChg chg="mod">
          <ac:chgData name="Yashika Sharma" userId="1228a326892d67af" providerId="LiveId" clId="{11ADF725-7F91-420E-9D3B-1183AA5083FE}" dt="2025-11-15T10:57:53.905" v="7582" actId="1076"/>
          <ac:spMkLst>
            <pc:docMk/>
            <pc:sldMk cId="2751382993" sldId="307"/>
            <ac:spMk id="3" creationId="{4271371B-E601-0B45-0A86-29390D458455}"/>
          </ac:spMkLst>
        </pc:spChg>
        <pc:spChg chg="add del">
          <ac:chgData name="Yashika Sharma" userId="1228a326892d67af" providerId="LiveId" clId="{11ADF725-7F91-420E-9D3B-1183AA5083FE}" dt="2025-11-15T04:00:54.353" v="4813" actId="21"/>
          <ac:spMkLst>
            <pc:docMk/>
            <pc:sldMk cId="2751382993" sldId="307"/>
            <ac:spMk id="4" creationId="{C7FC5EBF-AAFD-DA19-AE30-537EB2A689F0}"/>
          </ac:spMkLst>
        </pc:spChg>
        <pc:spChg chg="add del mod">
          <ac:chgData name="Yashika Sharma" userId="1228a326892d67af" providerId="LiveId" clId="{11ADF725-7F91-420E-9D3B-1183AA5083FE}" dt="2025-11-15T16:27:22.293" v="8045" actId="123"/>
          <ac:spMkLst>
            <pc:docMk/>
            <pc:sldMk cId="2751382993" sldId="307"/>
            <ac:spMk id="5" creationId="{41ABB06A-5C3B-A918-3FCC-4AFB2A056956}"/>
          </ac:spMkLst>
        </pc:spChg>
        <pc:spChg chg="add del mod">
          <ac:chgData name="Yashika Sharma" userId="1228a326892d67af" providerId="LiveId" clId="{11ADF725-7F91-420E-9D3B-1183AA5083FE}" dt="2025-11-15T04:02:01.741" v="4825"/>
          <ac:spMkLst>
            <pc:docMk/>
            <pc:sldMk cId="2751382993" sldId="307"/>
            <ac:spMk id="8" creationId="{C7FC5EBF-AAFD-DA19-AE30-537EB2A689F0}"/>
          </ac:spMkLst>
        </pc:spChg>
        <pc:spChg chg="add del mod">
          <ac:chgData name="Yashika Sharma" userId="1228a326892d67af" providerId="LiveId" clId="{11ADF725-7F91-420E-9D3B-1183AA5083FE}" dt="2025-11-15T04:02:00.832" v="4823"/>
          <ac:spMkLst>
            <pc:docMk/>
            <pc:sldMk cId="2751382993" sldId="307"/>
            <ac:spMk id="9" creationId="{47594CE0-0D54-4E57-A1A9-147D44AA3E90}"/>
          </ac:spMkLst>
        </pc:spChg>
        <pc:spChg chg="add mod">
          <ac:chgData name="Yashika Sharma" userId="1228a326892d67af" providerId="LiveId" clId="{11ADF725-7F91-420E-9D3B-1183AA5083FE}" dt="2025-11-15T04:01:59.875" v="4821"/>
          <ac:spMkLst>
            <pc:docMk/>
            <pc:sldMk cId="2751382993" sldId="307"/>
            <ac:spMk id="10" creationId="{0AB3899F-DCCB-1BA1-D715-C19C624FFFD5}"/>
          </ac:spMkLst>
        </pc:spChg>
        <pc:picChg chg="add mod">
          <ac:chgData name="Yashika Sharma" userId="1228a326892d67af" providerId="LiveId" clId="{11ADF725-7F91-420E-9D3B-1183AA5083FE}" dt="2025-11-15T04:00:48.485" v="4812" actId="931"/>
          <ac:picMkLst>
            <pc:docMk/>
            <pc:sldMk cId="2751382993" sldId="307"/>
            <ac:picMk id="7" creationId="{D4382A71-A347-6D28-89B8-7B6E33CC07FE}"/>
          </ac:picMkLst>
        </pc:picChg>
        <pc:picChg chg="add mod modCrop">
          <ac:chgData name="Yashika Sharma" userId="1228a326892d67af" providerId="LiveId" clId="{11ADF725-7F91-420E-9D3B-1183AA5083FE}" dt="2025-11-15T04:07:11.468" v="4841" actId="14100"/>
          <ac:picMkLst>
            <pc:docMk/>
            <pc:sldMk cId="2751382993" sldId="307"/>
            <ac:picMk id="11" creationId="{8CF940FF-8B5A-3D18-4CA3-0759F4C27380}"/>
          </ac:picMkLst>
        </pc:picChg>
      </pc:sldChg>
      <pc:sldChg chg="addSp delSp modSp add mod ord">
        <pc:chgData name="Yashika Sharma" userId="1228a326892d67af" providerId="LiveId" clId="{11ADF725-7F91-420E-9D3B-1183AA5083FE}" dt="2025-11-15T16:27:31.279" v="8046" actId="123"/>
        <pc:sldMkLst>
          <pc:docMk/>
          <pc:sldMk cId="261575969" sldId="308"/>
        </pc:sldMkLst>
        <pc:spChg chg="mod">
          <ac:chgData name="Yashika Sharma" userId="1228a326892d67af" providerId="LiveId" clId="{11ADF725-7F91-420E-9D3B-1183AA5083FE}" dt="2025-11-15T04:25:27.826" v="5103" actId="20577"/>
          <ac:spMkLst>
            <pc:docMk/>
            <pc:sldMk cId="261575969" sldId="308"/>
            <ac:spMk id="3" creationId="{98D3D408-F393-A647-8670-1CE1E6848275}"/>
          </ac:spMkLst>
        </pc:spChg>
        <pc:spChg chg="del mod">
          <ac:chgData name="Yashika Sharma" userId="1228a326892d67af" providerId="LiveId" clId="{11ADF725-7F91-420E-9D3B-1183AA5083FE}" dt="2025-11-15T04:25:52.711" v="5106" actId="478"/>
          <ac:spMkLst>
            <pc:docMk/>
            <pc:sldMk cId="261575969" sldId="308"/>
            <ac:spMk id="4" creationId="{C5A4E593-3A22-C2A6-83C4-C4BDAAE66D44}"/>
          </ac:spMkLst>
        </pc:spChg>
        <pc:spChg chg="del mod">
          <ac:chgData name="Yashika Sharma" userId="1228a326892d67af" providerId="LiveId" clId="{11ADF725-7F91-420E-9D3B-1183AA5083FE}" dt="2025-11-15T04:26:00.906" v="5108" actId="478"/>
          <ac:spMkLst>
            <pc:docMk/>
            <pc:sldMk cId="261575969" sldId="308"/>
            <ac:spMk id="5" creationId="{7AD43129-B5A9-B7FD-AA6C-1C3E3D032B7D}"/>
          </ac:spMkLst>
        </pc:spChg>
        <pc:spChg chg="add del mod">
          <ac:chgData name="Yashika Sharma" userId="1228a326892d67af" providerId="LiveId" clId="{11ADF725-7F91-420E-9D3B-1183AA5083FE}" dt="2025-11-15T04:25:56.975" v="5107" actId="478"/>
          <ac:spMkLst>
            <pc:docMk/>
            <pc:sldMk cId="261575969" sldId="308"/>
            <ac:spMk id="7" creationId="{E41E88E1-217F-4467-2B71-18890A2B439B}"/>
          </ac:spMkLst>
        </pc:spChg>
        <pc:spChg chg="add del mod">
          <ac:chgData name="Yashika Sharma" userId="1228a326892d67af" providerId="LiveId" clId="{11ADF725-7F91-420E-9D3B-1183AA5083FE}" dt="2025-11-15T04:26:02.788" v="5109" actId="478"/>
          <ac:spMkLst>
            <pc:docMk/>
            <pc:sldMk cId="261575969" sldId="308"/>
            <ac:spMk id="10" creationId="{2B64B906-0171-E14F-D9DB-24B9341C5D43}"/>
          </ac:spMkLst>
        </pc:spChg>
        <pc:spChg chg="del">
          <ac:chgData name="Yashika Sharma" userId="1228a326892d67af" providerId="LiveId" clId="{11ADF725-7F91-420E-9D3B-1183AA5083FE}" dt="2025-11-15T04:26:14.460" v="5112" actId="478"/>
          <ac:spMkLst>
            <pc:docMk/>
            <pc:sldMk cId="261575969" sldId="308"/>
            <ac:spMk id="13" creationId="{3E2F32D6-5C19-D871-AF54-061F8A2F74F1}"/>
          </ac:spMkLst>
        </pc:spChg>
        <pc:spChg chg="del">
          <ac:chgData name="Yashika Sharma" userId="1228a326892d67af" providerId="LiveId" clId="{11ADF725-7F91-420E-9D3B-1183AA5083FE}" dt="2025-11-15T04:26:12.101" v="5111" actId="478"/>
          <ac:spMkLst>
            <pc:docMk/>
            <pc:sldMk cId="261575969" sldId="308"/>
            <ac:spMk id="14" creationId="{DFD3324A-D530-35D9-59B9-48200D8393ED}"/>
          </ac:spMkLst>
        </pc:spChg>
        <pc:spChg chg="add mod">
          <ac:chgData name="Yashika Sharma" userId="1228a326892d67af" providerId="LiveId" clId="{11ADF725-7F91-420E-9D3B-1183AA5083FE}" dt="2025-11-15T16:27:31.279" v="8046" actId="123"/>
          <ac:spMkLst>
            <pc:docMk/>
            <pc:sldMk cId="261575969" sldId="308"/>
            <ac:spMk id="15" creationId="{EA5727F6-AA51-F665-1D5C-76B1DD747FE7}"/>
          </ac:spMkLst>
        </pc:spChg>
        <pc:picChg chg="mod">
          <ac:chgData name="Yashika Sharma" userId="1228a326892d67af" providerId="LiveId" clId="{11ADF725-7F91-420E-9D3B-1183AA5083FE}" dt="2025-11-15T04:26:46.467" v="5117" actId="1076"/>
          <ac:picMkLst>
            <pc:docMk/>
            <pc:sldMk cId="261575969" sldId="308"/>
            <ac:picMk id="9" creationId="{EC2D6C90-D17A-C7C4-1259-808A69795D9A}"/>
          </ac:picMkLst>
        </pc:picChg>
        <pc:picChg chg="del mod">
          <ac:chgData name="Yashika Sharma" userId="1228a326892d67af" providerId="LiveId" clId="{11ADF725-7F91-420E-9D3B-1183AA5083FE}" dt="2025-11-15T04:26:07.545" v="5110" actId="21"/>
          <ac:picMkLst>
            <pc:docMk/>
            <pc:sldMk cId="261575969" sldId="308"/>
            <ac:picMk id="11" creationId="{5AB5B365-1513-C98B-0601-A6997B54085A}"/>
          </ac:picMkLst>
        </pc:picChg>
      </pc:sldChg>
      <pc:sldChg chg="addSp delSp modSp add mod">
        <pc:chgData name="Yashika Sharma" userId="1228a326892d67af" providerId="LiveId" clId="{11ADF725-7F91-420E-9D3B-1183AA5083FE}" dt="2025-11-15T16:13:20.731" v="8035" actId="478"/>
        <pc:sldMkLst>
          <pc:docMk/>
          <pc:sldMk cId="2728172334" sldId="309"/>
        </pc:sldMkLst>
        <pc:spChg chg="del mod">
          <ac:chgData name="Yashika Sharma" userId="1228a326892d67af" providerId="LiveId" clId="{11ADF725-7F91-420E-9D3B-1183AA5083FE}" dt="2025-11-15T16:05:40.950" v="7987" actId="478"/>
          <ac:spMkLst>
            <pc:docMk/>
            <pc:sldMk cId="2728172334" sldId="309"/>
            <ac:spMk id="4" creationId="{BF92335C-C5E4-9FE7-DC57-C4202CE6527F}"/>
          </ac:spMkLst>
        </pc:spChg>
        <pc:spChg chg="del mod">
          <ac:chgData name="Yashika Sharma" userId="1228a326892d67af" providerId="LiveId" clId="{11ADF725-7F91-420E-9D3B-1183AA5083FE}" dt="2025-11-15T16:05:49.136" v="7989" actId="478"/>
          <ac:spMkLst>
            <pc:docMk/>
            <pc:sldMk cId="2728172334" sldId="309"/>
            <ac:spMk id="5" creationId="{FAEF423D-5444-EDDD-2A7E-AAAEA7205A49}"/>
          </ac:spMkLst>
        </pc:spChg>
        <pc:spChg chg="add del mod">
          <ac:chgData name="Yashika Sharma" userId="1228a326892d67af" providerId="LiveId" clId="{11ADF725-7F91-420E-9D3B-1183AA5083FE}" dt="2025-11-15T16:05:37.991" v="7986" actId="478"/>
          <ac:spMkLst>
            <pc:docMk/>
            <pc:sldMk cId="2728172334" sldId="309"/>
            <ac:spMk id="7" creationId="{CD3BF675-F4E5-C0D5-9F7F-904B231BE43A}"/>
          </ac:spMkLst>
        </pc:spChg>
        <pc:spChg chg="add del mod">
          <ac:chgData name="Yashika Sharma" userId="1228a326892d67af" providerId="LiveId" clId="{11ADF725-7F91-420E-9D3B-1183AA5083FE}" dt="2025-11-15T16:05:46.548" v="7988" actId="478"/>
          <ac:spMkLst>
            <pc:docMk/>
            <pc:sldMk cId="2728172334" sldId="309"/>
            <ac:spMk id="10" creationId="{F0117AEA-E329-94AB-2F84-2FFC02489536}"/>
          </ac:spMkLst>
        </pc:spChg>
        <pc:spChg chg="add del mod">
          <ac:chgData name="Yashika Sharma" userId="1228a326892d67af" providerId="LiveId" clId="{11ADF725-7F91-420E-9D3B-1183AA5083FE}" dt="2025-11-15T16:13:20.485" v="8034" actId="21"/>
          <ac:spMkLst>
            <pc:docMk/>
            <pc:sldMk cId="2728172334" sldId="309"/>
            <ac:spMk id="13" creationId="{D9287846-2643-E082-57FB-CEBAF6D63203}"/>
          </ac:spMkLst>
        </pc:spChg>
        <pc:spChg chg="add del mod">
          <ac:chgData name="Yashika Sharma" userId="1228a326892d67af" providerId="LiveId" clId="{11ADF725-7F91-420E-9D3B-1183AA5083FE}" dt="2025-11-15T16:13:18.964" v="8029" actId="21"/>
          <ac:spMkLst>
            <pc:docMk/>
            <pc:sldMk cId="2728172334" sldId="309"/>
            <ac:spMk id="14" creationId="{5AEBBC3D-5ED2-772F-675B-45902D904455}"/>
          </ac:spMkLst>
        </pc:spChg>
        <pc:spChg chg="add del mod">
          <ac:chgData name="Yashika Sharma" userId="1228a326892d67af" providerId="LiveId" clId="{11ADF725-7F91-420E-9D3B-1183AA5083FE}" dt="2025-11-15T16:05:52.609" v="7990" actId="478"/>
          <ac:spMkLst>
            <pc:docMk/>
            <pc:sldMk cId="2728172334" sldId="309"/>
            <ac:spMk id="15" creationId="{8AE78414-5F27-7774-A11F-2C2B912F3EB4}"/>
          </ac:spMkLst>
        </pc:spChg>
        <pc:spChg chg="add del mod">
          <ac:chgData name="Yashika Sharma" userId="1228a326892d67af" providerId="LiveId" clId="{11ADF725-7F91-420E-9D3B-1183AA5083FE}" dt="2025-11-15T16:13:20.731" v="8035" actId="478"/>
          <ac:spMkLst>
            <pc:docMk/>
            <pc:sldMk cId="2728172334" sldId="309"/>
            <ac:spMk id="17" creationId="{E7BDBF9B-C5FB-1ECD-89E7-4E15472600F4}"/>
          </ac:spMkLst>
        </pc:spChg>
        <pc:picChg chg="add del mod">
          <ac:chgData name="Yashika Sharma" userId="1228a326892d67af" providerId="LiveId" clId="{11ADF725-7F91-420E-9D3B-1183AA5083FE}" dt="2025-11-15T16:13:17.337" v="8022" actId="1076"/>
          <ac:picMkLst>
            <pc:docMk/>
            <pc:sldMk cId="2728172334" sldId="309"/>
            <ac:picMk id="9" creationId="{6464D9BE-4A53-DFF4-90AE-A301601ECF59}"/>
          </ac:picMkLst>
        </pc:picChg>
        <pc:picChg chg="add del mod">
          <ac:chgData name="Yashika Sharma" userId="1228a326892d67af" providerId="LiveId" clId="{11ADF725-7F91-420E-9D3B-1183AA5083FE}" dt="2025-11-15T16:13:20.731" v="8035" actId="478"/>
          <ac:picMkLst>
            <pc:docMk/>
            <pc:sldMk cId="2728172334" sldId="309"/>
            <ac:picMk id="11" creationId="{E7C80BB3-8347-24E3-5B2F-0C980A878217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1D4974-8478-4D4A-A009-D120050D1967}" type="doc">
      <dgm:prSet loTypeId="urn:microsoft.com/office/officeart/2005/8/layout/hierarchy2" loCatId="hierarchy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IN"/>
        </a:p>
      </dgm:t>
    </dgm:pt>
    <dgm:pt modelId="{D7CF49ED-3E99-4519-9D98-8526105576FC}">
      <dgm:prSet phldrT="[Text]" phldr="0" custT="1"/>
      <dgm:spPr/>
      <dgm:t>
        <a:bodyPr/>
        <a:lstStyle/>
        <a:p>
          <a:pPr algn="ctr"/>
          <a:r>
            <a:rPr lang="en-IN" sz="1200" dirty="0"/>
            <a:t>DATA FILTERING</a:t>
          </a:r>
        </a:p>
      </dgm:t>
    </dgm:pt>
    <dgm:pt modelId="{7A65416D-B5A0-4C44-A3E8-E075074A1658}" type="parTrans" cxnId="{6BAED8D6-8AC3-45F0-B82C-9DBFACBC07E9}">
      <dgm:prSet/>
      <dgm:spPr/>
      <dgm:t>
        <a:bodyPr/>
        <a:lstStyle/>
        <a:p>
          <a:endParaRPr lang="en-IN"/>
        </a:p>
      </dgm:t>
    </dgm:pt>
    <dgm:pt modelId="{7E3E4EA2-60EB-4A33-95F1-C65C0261F1D8}" type="sibTrans" cxnId="{6BAED8D6-8AC3-45F0-B82C-9DBFACBC07E9}">
      <dgm:prSet/>
      <dgm:spPr/>
      <dgm:t>
        <a:bodyPr/>
        <a:lstStyle/>
        <a:p>
          <a:endParaRPr lang="en-IN"/>
        </a:p>
      </dgm:t>
    </dgm:pt>
    <dgm:pt modelId="{DECD76F2-2AE9-42DC-AE3A-1B14DC9B5108}">
      <dgm:prSet phldrT="[Text]" phldr="0" custT="1"/>
      <dgm:spPr/>
      <dgm:t>
        <a:bodyPr/>
        <a:lstStyle/>
        <a:p>
          <a:pPr algn="ctr"/>
          <a:r>
            <a:rPr lang="en-IN" sz="1200" dirty="0"/>
            <a:t>SPATIAL</a:t>
          </a:r>
        </a:p>
      </dgm:t>
    </dgm:pt>
    <dgm:pt modelId="{6377248B-5966-42E8-9821-14A596A748E8}" type="parTrans" cxnId="{6582E79C-0DC5-44EB-B299-086AB58A2179}">
      <dgm:prSet/>
      <dgm:spPr/>
      <dgm:t>
        <a:bodyPr/>
        <a:lstStyle/>
        <a:p>
          <a:endParaRPr lang="en-IN"/>
        </a:p>
      </dgm:t>
    </dgm:pt>
    <dgm:pt modelId="{F59BD81C-859A-4E3E-AD1D-53FCF5D427F6}" type="sibTrans" cxnId="{6582E79C-0DC5-44EB-B299-086AB58A2179}">
      <dgm:prSet/>
      <dgm:spPr/>
      <dgm:t>
        <a:bodyPr/>
        <a:lstStyle/>
        <a:p>
          <a:endParaRPr lang="en-IN"/>
        </a:p>
      </dgm:t>
    </dgm:pt>
    <dgm:pt modelId="{C617E92B-9BEF-4A70-BB7E-0A3D735C0093}">
      <dgm:prSet phldrT="[Text]" phldr="0" custT="1"/>
      <dgm:spPr/>
      <dgm:t>
        <a:bodyPr/>
        <a:lstStyle/>
        <a:p>
          <a:pPr algn="ctr"/>
          <a:r>
            <a:rPr lang="en-IN" sz="1200" dirty="0"/>
            <a:t>DEMOGRAPHIC</a:t>
          </a:r>
        </a:p>
      </dgm:t>
    </dgm:pt>
    <dgm:pt modelId="{A741C590-8E98-4180-AB89-A704F06619A4}" type="parTrans" cxnId="{4DB6CD01-08A6-41B1-BED7-6DA2FD815FD7}">
      <dgm:prSet/>
      <dgm:spPr/>
      <dgm:t>
        <a:bodyPr/>
        <a:lstStyle/>
        <a:p>
          <a:endParaRPr lang="en-IN"/>
        </a:p>
      </dgm:t>
    </dgm:pt>
    <dgm:pt modelId="{66E17FA0-AD53-4F73-BC71-743A2A74FA1F}" type="sibTrans" cxnId="{4DB6CD01-08A6-41B1-BED7-6DA2FD815FD7}">
      <dgm:prSet/>
      <dgm:spPr/>
      <dgm:t>
        <a:bodyPr/>
        <a:lstStyle/>
        <a:p>
          <a:endParaRPr lang="en-IN"/>
        </a:p>
      </dgm:t>
    </dgm:pt>
    <dgm:pt modelId="{C658BB75-C2E4-44B5-B871-037C7E9A2460}">
      <dgm:prSet phldrT="[Text]" phldr="0" custT="1"/>
      <dgm:spPr/>
      <dgm:t>
        <a:bodyPr/>
        <a:lstStyle/>
        <a:p>
          <a:pPr algn="ctr"/>
          <a:r>
            <a:rPr lang="en-IN" sz="1200" dirty="0"/>
            <a:t>Rule-Based Text Matching with Keyword Filtering</a:t>
          </a:r>
        </a:p>
      </dgm:t>
    </dgm:pt>
    <dgm:pt modelId="{8A3C43BD-91E6-4840-8046-90F604E9822C}" type="parTrans" cxnId="{9969DF19-B9D9-4BBA-8156-357956FB1D62}">
      <dgm:prSet/>
      <dgm:spPr/>
      <dgm:t>
        <a:bodyPr/>
        <a:lstStyle/>
        <a:p>
          <a:endParaRPr lang="en-IN"/>
        </a:p>
      </dgm:t>
    </dgm:pt>
    <dgm:pt modelId="{30D0D870-E0B2-4A25-B69D-72875E1F4178}" type="sibTrans" cxnId="{9969DF19-B9D9-4BBA-8156-357956FB1D62}">
      <dgm:prSet/>
      <dgm:spPr/>
      <dgm:t>
        <a:bodyPr/>
        <a:lstStyle/>
        <a:p>
          <a:endParaRPr lang="en-IN"/>
        </a:p>
      </dgm:t>
    </dgm:pt>
    <dgm:pt modelId="{ED5ED3AA-1DE1-4135-82C5-5F9EC279FA43}">
      <dgm:prSet phldrT="[Text]" phldr="0" custT="1"/>
      <dgm:spPr/>
      <dgm:t>
        <a:bodyPr/>
        <a:lstStyle/>
        <a:p>
          <a:pPr algn="ctr"/>
          <a:r>
            <a:rPr lang="en-IN" sz="1200" dirty="0"/>
            <a:t>Age and Gender Based Categorical Classification</a:t>
          </a:r>
        </a:p>
      </dgm:t>
    </dgm:pt>
    <dgm:pt modelId="{F9599C5D-24F7-4D53-A05A-32B8098199B7}" type="parTrans" cxnId="{CE2C3283-3A2A-433E-A20F-A1BEC675C985}">
      <dgm:prSet/>
      <dgm:spPr/>
      <dgm:t>
        <a:bodyPr/>
        <a:lstStyle/>
        <a:p>
          <a:endParaRPr lang="en-IN"/>
        </a:p>
      </dgm:t>
    </dgm:pt>
    <dgm:pt modelId="{DE9B93B9-AA24-4009-8798-66F1D7F8A249}" type="sibTrans" cxnId="{CE2C3283-3A2A-433E-A20F-A1BEC675C985}">
      <dgm:prSet/>
      <dgm:spPr/>
      <dgm:t>
        <a:bodyPr/>
        <a:lstStyle/>
        <a:p>
          <a:endParaRPr lang="en-IN"/>
        </a:p>
      </dgm:t>
    </dgm:pt>
    <dgm:pt modelId="{0EAEC512-A255-488F-8D8B-3D860AAC4544}">
      <dgm:prSet phldrT="[Text]" phldr="0" custT="1"/>
      <dgm:spPr/>
      <dgm:t>
        <a:bodyPr/>
        <a:lstStyle/>
        <a:p>
          <a:pPr algn="ctr"/>
          <a:r>
            <a:rPr lang="en-IN" sz="1200" dirty="0"/>
            <a:t>Sub-regions of Faridabad</a:t>
          </a:r>
        </a:p>
      </dgm:t>
    </dgm:pt>
    <dgm:pt modelId="{DD730DB1-0C3F-4A58-AD11-551CF4C424E4}" type="parTrans" cxnId="{A910BBCE-590B-40B4-B7F0-0F0C21394560}">
      <dgm:prSet/>
      <dgm:spPr/>
      <dgm:t>
        <a:bodyPr/>
        <a:lstStyle/>
        <a:p>
          <a:endParaRPr lang="en-IN"/>
        </a:p>
      </dgm:t>
    </dgm:pt>
    <dgm:pt modelId="{15127142-3720-48E5-A6A8-4BD0FD1CF617}" type="sibTrans" cxnId="{A910BBCE-590B-40B4-B7F0-0F0C21394560}">
      <dgm:prSet/>
      <dgm:spPr/>
      <dgm:t>
        <a:bodyPr/>
        <a:lstStyle/>
        <a:p>
          <a:endParaRPr lang="en-IN"/>
        </a:p>
      </dgm:t>
    </dgm:pt>
    <dgm:pt modelId="{54E19DF5-15F4-4395-A0ED-6D5198DF5A4E}">
      <dgm:prSet phldrT="[Text]" phldr="0" custT="1"/>
      <dgm:spPr/>
      <dgm:t>
        <a:bodyPr/>
        <a:lstStyle/>
        <a:p>
          <a:pPr algn="ctr"/>
          <a:r>
            <a:rPr lang="en-IN" sz="1200" dirty="0"/>
            <a:t>Regions in Greater Faridabad</a:t>
          </a:r>
        </a:p>
      </dgm:t>
    </dgm:pt>
    <dgm:pt modelId="{3D7D62C5-9EA3-44F8-BF68-A082F75A1634}" type="parTrans" cxnId="{7041ADBB-E5AC-49F0-8C46-3CCF7DAF7402}">
      <dgm:prSet/>
      <dgm:spPr/>
      <dgm:t>
        <a:bodyPr/>
        <a:lstStyle/>
        <a:p>
          <a:endParaRPr lang="en-IN"/>
        </a:p>
      </dgm:t>
    </dgm:pt>
    <dgm:pt modelId="{0A8EB0A3-B193-4570-90BC-8E2FE6D3A97A}" type="sibTrans" cxnId="{7041ADBB-E5AC-49F0-8C46-3CCF7DAF7402}">
      <dgm:prSet/>
      <dgm:spPr/>
      <dgm:t>
        <a:bodyPr/>
        <a:lstStyle/>
        <a:p>
          <a:endParaRPr lang="en-IN"/>
        </a:p>
      </dgm:t>
    </dgm:pt>
    <dgm:pt modelId="{CC4DDDE3-B420-4F3F-A0EC-DBDD1080FF2F}">
      <dgm:prSet phldrT="[Text]" phldr="0" custT="1"/>
      <dgm:spPr/>
      <dgm:t>
        <a:bodyPr/>
        <a:lstStyle/>
        <a:p>
          <a:pPr algn="ctr"/>
          <a:r>
            <a:rPr lang="en-IN" sz="1200" dirty="0"/>
            <a:t>TIME-BASED FILTERING</a:t>
          </a:r>
        </a:p>
      </dgm:t>
    </dgm:pt>
    <dgm:pt modelId="{4ECEF403-CEF4-4077-B09A-8CBC6C13358D}" type="parTrans" cxnId="{AC423BF8-9A4E-4613-A8FF-701F28B0C960}">
      <dgm:prSet/>
      <dgm:spPr/>
      <dgm:t>
        <a:bodyPr/>
        <a:lstStyle/>
        <a:p>
          <a:endParaRPr lang="en-IN"/>
        </a:p>
      </dgm:t>
    </dgm:pt>
    <dgm:pt modelId="{E9B73602-4E62-46C5-92C8-E3CB3533D5F2}" type="sibTrans" cxnId="{AC423BF8-9A4E-4613-A8FF-701F28B0C960}">
      <dgm:prSet/>
      <dgm:spPr/>
      <dgm:t>
        <a:bodyPr/>
        <a:lstStyle/>
        <a:p>
          <a:endParaRPr lang="en-IN"/>
        </a:p>
      </dgm:t>
    </dgm:pt>
    <dgm:pt modelId="{3E424EF9-6824-42F7-B9E4-83F579AAB0DC}" type="pres">
      <dgm:prSet presAssocID="{7E1D4974-8478-4D4A-A009-D120050D1967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6807C064-3F88-4AC6-9C54-610609A141ED}" type="pres">
      <dgm:prSet presAssocID="{D7CF49ED-3E99-4519-9D98-8526105576FC}" presName="root1" presStyleCnt="0"/>
      <dgm:spPr/>
    </dgm:pt>
    <dgm:pt modelId="{CF8170A2-E2E2-49BC-BA1B-2E3F136E22E0}" type="pres">
      <dgm:prSet presAssocID="{D7CF49ED-3E99-4519-9D98-8526105576FC}" presName="LevelOneTextNode" presStyleLbl="node0" presStyleIdx="0" presStyleCnt="1">
        <dgm:presLayoutVars>
          <dgm:chPref val="3"/>
        </dgm:presLayoutVars>
      </dgm:prSet>
      <dgm:spPr/>
    </dgm:pt>
    <dgm:pt modelId="{048E3117-B333-4AE6-B2B8-C9B46E40FA82}" type="pres">
      <dgm:prSet presAssocID="{D7CF49ED-3E99-4519-9D98-8526105576FC}" presName="level2hierChild" presStyleCnt="0"/>
      <dgm:spPr/>
    </dgm:pt>
    <dgm:pt modelId="{2E9791D4-69E0-493A-B090-F490180488C3}" type="pres">
      <dgm:prSet presAssocID="{4ECEF403-CEF4-4077-B09A-8CBC6C13358D}" presName="conn2-1" presStyleLbl="parChTrans1D2" presStyleIdx="0" presStyleCnt="1"/>
      <dgm:spPr/>
    </dgm:pt>
    <dgm:pt modelId="{9877C53B-DB8B-4934-B6F1-290B6E149882}" type="pres">
      <dgm:prSet presAssocID="{4ECEF403-CEF4-4077-B09A-8CBC6C13358D}" presName="connTx" presStyleLbl="parChTrans1D2" presStyleIdx="0" presStyleCnt="1"/>
      <dgm:spPr/>
    </dgm:pt>
    <dgm:pt modelId="{106EAC8B-1959-4698-9091-26937C028A0C}" type="pres">
      <dgm:prSet presAssocID="{CC4DDDE3-B420-4F3F-A0EC-DBDD1080FF2F}" presName="root2" presStyleCnt="0"/>
      <dgm:spPr/>
    </dgm:pt>
    <dgm:pt modelId="{84713D68-C89B-4B7C-998C-C85E4C4C7F99}" type="pres">
      <dgm:prSet presAssocID="{CC4DDDE3-B420-4F3F-A0EC-DBDD1080FF2F}" presName="LevelTwoTextNode" presStyleLbl="node2" presStyleIdx="0" presStyleCnt="1">
        <dgm:presLayoutVars>
          <dgm:chPref val="3"/>
        </dgm:presLayoutVars>
      </dgm:prSet>
      <dgm:spPr/>
    </dgm:pt>
    <dgm:pt modelId="{E3B1C70A-0922-4E50-AA71-32629FE180BA}" type="pres">
      <dgm:prSet presAssocID="{CC4DDDE3-B420-4F3F-A0EC-DBDD1080FF2F}" presName="level3hierChild" presStyleCnt="0"/>
      <dgm:spPr/>
    </dgm:pt>
    <dgm:pt modelId="{2094065A-4650-4731-8589-621B77E143E9}" type="pres">
      <dgm:prSet presAssocID="{6377248B-5966-42E8-9821-14A596A748E8}" presName="conn2-1" presStyleLbl="parChTrans1D3" presStyleIdx="0" presStyleCnt="2"/>
      <dgm:spPr/>
    </dgm:pt>
    <dgm:pt modelId="{F76B03BB-8EBE-41CE-B076-BA6212D74C91}" type="pres">
      <dgm:prSet presAssocID="{6377248B-5966-42E8-9821-14A596A748E8}" presName="connTx" presStyleLbl="parChTrans1D3" presStyleIdx="0" presStyleCnt="2"/>
      <dgm:spPr/>
    </dgm:pt>
    <dgm:pt modelId="{B994DB52-D3EE-4E5A-855E-50FE1B8AB5EE}" type="pres">
      <dgm:prSet presAssocID="{DECD76F2-2AE9-42DC-AE3A-1B14DC9B5108}" presName="root2" presStyleCnt="0"/>
      <dgm:spPr/>
    </dgm:pt>
    <dgm:pt modelId="{BA98D735-1BDB-42DA-8848-F3C33711EEDC}" type="pres">
      <dgm:prSet presAssocID="{DECD76F2-2AE9-42DC-AE3A-1B14DC9B5108}" presName="LevelTwoTextNode" presStyleLbl="node3" presStyleIdx="0" presStyleCnt="2">
        <dgm:presLayoutVars>
          <dgm:chPref val="3"/>
        </dgm:presLayoutVars>
      </dgm:prSet>
      <dgm:spPr/>
    </dgm:pt>
    <dgm:pt modelId="{40BCA689-1F12-4BA0-922C-898BD4AD9A1F}" type="pres">
      <dgm:prSet presAssocID="{DECD76F2-2AE9-42DC-AE3A-1B14DC9B5108}" presName="level3hierChild" presStyleCnt="0"/>
      <dgm:spPr/>
    </dgm:pt>
    <dgm:pt modelId="{288474EE-9830-4A56-96E5-B829FB0E1ADA}" type="pres">
      <dgm:prSet presAssocID="{8A3C43BD-91E6-4840-8046-90F604E9822C}" presName="conn2-1" presStyleLbl="parChTrans1D4" presStyleIdx="0" presStyleCnt="4"/>
      <dgm:spPr/>
    </dgm:pt>
    <dgm:pt modelId="{6B41485E-BA28-4829-98FE-B03869ADA1A4}" type="pres">
      <dgm:prSet presAssocID="{8A3C43BD-91E6-4840-8046-90F604E9822C}" presName="connTx" presStyleLbl="parChTrans1D4" presStyleIdx="0" presStyleCnt="4"/>
      <dgm:spPr/>
    </dgm:pt>
    <dgm:pt modelId="{0F044D61-8099-4B70-AC55-89699AE4B4A3}" type="pres">
      <dgm:prSet presAssocID="{C658BB75-C2E4-44B5-B871-037C7E9A2460}" presName="root2" presStyleCnt="0"/>
      <dgm:spPr/>
    </dgm:pt>
    <dgm:pt modelId="{BF149745-9071-44A8-A8CF-FD60C1931CEB}" type="pres">
      <dgm:prSet presAssocID="{C658BB75-C2E4-44B5-B871-037C7E9A2460}" presName="LevelTwoTextNode" presStyleLbl="node4" presStyleIdx="0" presStyleCnt="4" custScaleY="187124">
        <dgm:presLayoutVars>
          <dgm:chPref val="3"/>
        </dgm:presLayoutVars>
      </dgm:prSet>
      <dgm:spPr/>
    </dgm:pt>
    <dgm:pt modelId="{BB31151A-FA38-4117-994D-AB02E45B9F51}" type="pres">
      <dgm:prSet presAssocID="{C658BB75-C2E4-44B5-B871-037C7E9A2460}" presName="level3hierChild" presStyleCnt="0"/>
      <dgm:spPr/>
    </dgm:pt>
    <dgm:pt modelId="{D5060D18-96B3-4DE0-BF92-9F1DC9866497}" type="pres">
      <dgm:prSet presAssocID="{DD730DB1-0C3F-4A58-AD11-551CF4C424E4}" presName="conn2-1" presStyleLbl="parChTrans1D4" presStyleIdx="1" presStyleCnt="4"/>
      <dgm:spPr/>
    </dgm:pt>
    <dgm:pt modelId="{39EFDAA3-DE04-4256-816C-3F2ADB26749A}" type="pres">
      <dgm:prSet presAssocID="{DD730DB1-0C3F-4A58-AD11-551CF4C424E4}" presName="connTx" presStyleLbl="parChTrans1D4" presStyleIdx="1" presStyleCnt="4"/>
      <dgm:spPr/>
    </dgm:pt>
    <dgm:pt modelId="{775CB4E1-759E-4BAB-AEE2-A35F405A6D9C}" type="pres">
      <dgm:prSet presAssocID="{0EAEC512-A255-488F-8D8B-3D860AAC4544}" presName="root2" presStyleCnt="0"/>
      <dgm:spPr/>
    </dgm:pt>
    <dgm:pt modelId="{41189C48-D581-44A8-962C-2D271892FA5F}" type="pres">
      <dgm:prSet presAssocID="{0EAEC512-A255-488F-8D8B-3D860AAC4544}" presName="LevelTwoTextNode" presStyleLbl="node4" presStyleIdx="1" presStyleCnt="4">
        <dgm:presLayoutVars>
          <dgm:chPref val="3"/>
        </dgm:presLayoutVars>
      </dgm:prSet>
      <dgm:spPr/>
    </dgm:pt>
    <dgm:pt modelId="{ACBE3FB9-49E9-4D53-9102-03B7C453B4F8}" type="pres">
      <dgm:prSet presAssocID="{0EAEC512-A255-488F-8D8B-3D860AAC4544}" presName="level3hierChild" presStyleCnt="0"/>
      <dgm:spPr/>
    </dgm:pt>
    <dgm:pt modelId="{BE179946-9062-4AC7-91D3-0B7EDC613D41}" type="pres">
      <dgm:prSet presAssocID="{3D7D62C5-9EA3-44F8-BF68-A082F75A1634}" presName="conn2-1" presStyleLbl="parChTrans1D4" presStyleIdx="2" presStyleCnt="4"/>
      <dgm:spPr/>
    </dgm:pt>
    <dgm:pt modelId="{21CB9908-F862-45F7-BE3B-80F128587612}" type="pres">
      <dgm:prSet presAssocID="{3D7D62C5-9EA3-44F8-BF68-A082F75A1634}" presName="connTx" presStyleLbl="parChTrans1D4" presStyleIdx="2" presStyleCnt="4"/>
      <dgm:spPr/>
    </dgm:pt>
    <dgm:pt modelId="{E7449432-2316-462D-A7DD-2AFD2E5254BD}" type="pres">
      <dgm:prSet presAssocID="{54E19DF5-15F4-4395-A0ED-6D5198DF5A4E}" presName="root2" presStyleCnt="0"/>
      <dgm:spPr/>
    </dgm:pt>
    <dgm:pt modelId="{EF575DE9-D4CF-4600-BC81-BF8271B72498}" type="pres">
      <dgm:prSet presAssocID="{54E19DF5-15F4-4395-A0ED-6D5198DF5A4E}" presName="LevelTwoTextNode" presStyleLbl="node4" presStyleIdx="2" presStyleCnt="4">
        <dgm:presLayoutVars>
          <dgm:chPref val="3"/>
        </dgm:presLayoutVars>
      </dgm:prSet>
      <dgm:spPr/>
    </dgm:pt>
    <dgm:pt modelId="{EFA877A2-819F-4602-8EA6-339E203B476A}" type="pres">
      <dgm:prSet presAssocID="{54E19DF5-15F4-4395-A0ED-6D5198DF5A4E}" presName="level3hierChild" presStyleCnt="0"/>
      <dgm:spPr/>
    </dgm:pt>
    <dgm:pt modelId="{D0354A1D-098E-4763-BEC2-54651318DC9E}" type="pres">
      <dgm:prSet presAssocID="{A741C590-8E98-4180-AB89-A704F06619A4}" presName="conn2-1" presStyleLbl="parChTrans1D3" presStyleIdx="1" presStyleCnt="2"/>
      <dgm:spPr/>
    </dgm:pt>
    <dgm:pt modelId="{0B37381C-782F-46F6-B51F-8A8F67D376DA}" type="pres">
      <dgm:prSet presAssocID="{A741C590-8E98-4180-AB89-A704F06619A4}" presName="connTx" presStyleLbl="parChTrans1D3" presStyleIdx="1" presStyleCnt="2"/>
      <dgm:spPr/>
    </dgm:pt>
    <dgm:pt modelId="{A2588478-EEF5-4A67-B12C-6BC7145766A9}" type="pres">
      <dgm:prSet presAssocID="{C617E92B-9BEF-4A70-BB7E-0A3D735C0093}" presName="root2" presStyleCnt="0"/>
      <dgm:spPr/>
    </dgm:pt>
    <dgm:pt modelId="{84990101-3870-4C04-9542-B8D4ECF32968}" type="pres">
      <dgm:prSet presAssocID="{C617E92B-9BEF-4A70-BB7E-0A3D735C0093}" presName="LevelTwoTextNode" presStyleLbl="node3" presStyleIdx="1" presStyleCnt="2">
        <dgm:presLayoutVars>
          <dgm:chPref val="3"/>
        </dgm:presLayoutVars>
      </dgm:prSet>
      <dgm:spPr/>
    </dgm:pt>
    <dgm:pt modelId="{2111386A-90B8-448E-91F4-807AD252AA4B}" type="pres">
      <dgm:prSet presAssocID="{C617E92B-9BEF-4A70-BB7E-0A3D735C0093}" presName="level3hierChild" presStyleCnt="0"/>
      <dgm:spPr/>
    </dgm:pt>
    <dgm:pt modelId="{53E86BF1-D758-4A81-98BC-71B07FEB697C}" type="pres">
      <dgm:prSet presAssocID="{F9599C5D-24F7-4D53-A05A-32B8098199B7}" presName="conn2-1" presStyleLbl="parChTrans1D4" presStyleIdx="3" presStyleCnt="4"/>
      <dgm:spPr/>
    </dgm:pt>
    <dgm:pt modelId="{D0DA6801-B006-4A0E-B67A-8234BEA22C3E}" type="pres">
      <dgm:prSet presAssocID="{F9599C5D-24F7-4D53-A05A-32B8098199B7}" presName="connTx" presStyleLbl="parChTrans1D4" presStyleIdx="3" presStyleCnt="4"/>
      <dgm:spPr/>
    </dgm:pt>
    <dgm:pt modelId="{B8C978F9-E2C9-4D28-9D1A-8F99BFC5CD14}" type="pres">
      <dgm:prSet presAssocID="{ED5ED3AA-1DE1-4135-82C5-5F9EC279FA43}" presName="root2" presStyleCnt="0"/>
      <dgm:spPr/>
    </dgm:pt>
    <dgm:pt modelId="{FB0ECBD3-DE7B-4061-9C5B-BFF7A167B607}" type="pres">
      <dgm:prSet presAssocID="{ED5ED3AA-1DE1-4135-82C5-5F9EC279FA43}" presName="LevelTwoTextNode" presStyleLbl="node4" presStyleIdx="3" presStyleCnt="4" custScaleY="182182">
        <dgm:presLayoutVars>
          <dgm:chPref val="3"/>
        </dgm:presLayoutVars>
      </dgm:prSet>
      <dgm:spPr/>
    </dgm:pt>
    <dgm:pt modelId="{88C901E7-6884-4B0A-BA31-D05D779EE760}" type="pres">
      <dgm:prSet presAssocID="{ED5ED3AA-1DE1-4135-82C5-5F9EC279FA43}" presName="level3hierChild" presStyleCnt="0"/>
      <dgm:spPr/>
    </dgm:pt>
  </dgm:ptLst>
  <dgm:cxnLst>
    <dgm:cxn modelId="{4DB6CD01-08A6-41B1-BED7-6DA2FD815FD7}" srcId="{CC4DDDE3-B420-4F3F-A0EC-DBDD1080FF2F}" destId="{C617E92B-9BEF-4A70-BB7E-0A3D735C0093}" srcOrd="1" destOrd="0" parTransId="{A741C590-8E98-4180-AB89-A704F06619A4}" sibTransId="{66E17FA0-AD53-4F73-BC71-743A2A74FA1F}"/>
    <dgm:cxn modelId="{46BDD605-45FB-44A4-A136-553B6502F094}" type="presOf" srcId="{DD730DB1-0C3F-4A58-AD11-551CF4C424E4}" destId="{D5060D18-96B3-4DE0-BF92-9F1DC9866497}" srcOrd="0" destOrd="0" presId="urn:microsoft.com/office/officeart/2005/8/layout/hierarchy2"/>
    <dgm:cxn modelId="{ADCB780D-ACC6-4963-90BF-38A008783562}" type="presOf" srcId="{C617E92B-9BEF-4A70-BB7E-0A3D735C0093}" destId="{84990101-3870-4C04-9542-B8D4ECF32968}" srcOrd="0" destOrd="0" presId="urn:microsoft.com/office/officeart/2005/8/layout/hierarchy2"/>
    <dgm:cxn modelId="{BF09BE0F-0689-46B3-A4BC-0B01740F84D5}" type="presOf" srcId="{3D7D62C5-9EA3-44F8-BF68-A082F75A1634}" destId="{BE179946-9062-4AC7-91D3-0B7EDC613D41}" srcOrd="0" destOrd="0" presId="urn:microsoft.com/office/officeart/2005/8/layout/hierarchy2"/>
    <dgm:cxn modelId="{2E06CE12-72FD-4513-8FF4-8CA45F86357A}" type="presOf" srcId="{ED5ED3AA-1DE1-4135-82C5-5F9EC279FA43}" destId="{FB0ECBD3-DE7B-4061-9C5B-BFF7A167B607}" srcOrd="0" destOrd="0" presId="urn:microsoft.com/office/officeart/2005/8/layout/hierarchy2"/>
    <dgm:cxn modelId="{9969DF19-B9D9-4BBA-8156-357956FB1D62}" srcId="{DECD76F2-2AE9-42DC-AE3A-1B14DC9B5108}" destId="{C658BB75-C2E4-44B5-B871-037C7E9A2460}" srcOrd="0" destOrd="0" parTransId="{8A3C43BD-91E6-4840-8046-90F604E9822C}" sibTransId="{30D0D870-E0B2-4A25-B69D-72875E1F4178}"/>
    <dgm:cxn modelId="{5D1C6034-790C-4276-B243-EAE1F398C833}" type="presOf" srcId="{DD730DB1-0C3F-4A58-AD11-551CF4C424E4}" destId="{39EFDAA3-DE04-4256-816C-3F2ADB26749A}" srcOrd="1" destOrd="0" presId="urn:microsoft.com/office/officeart/2005/8/layout/hierarchy2"/>
    <dgm:cxn modelId="{1229D540-AF7C-4E3F-A2B5-C9CD2CDEBCCB}" type="presOf" srcId="{6377248B-5966-42E8-9821-14A596A748E8}" destId="{F76B03BB-8EBE-41CE-B076-BA6212D74C91}" srcOrd="1" destOrd="0" presId="urn:microsoft.com/office/officeart/2005/8/layout/hierarchy2"/>
    <dgm:cxn modelId="{F695615C-C200-43FB-AB40-6DC84A4CBE52}" type="presOf" srcId="{CC4DDDE3-B420-4F3F-A0EC-DBDD1080FF2F}" destId="{84713D68-C89B-4B7C-998C-C85E4C4C7F99}" srcOrd="0" destOrd="0" presId="urn:microsoft.com/office/officeart/2005/8/layout/hierarchy2"/>
    <dgm:cxn modelId="{9BB39962-E8B4-4427-80A4-9360CA5252E6}" type="presOf" srcId="{6377248B-5966-42E8-9821-14A596A748E8}" destId="{2094065A-4650-4731-8589-621B77E143E9}" srcOrd="0" destOrd="0" presId="urn:microsoft.com/office/officeart/2005/8/layout/hierarchy2"/>
    <dgm:cxn modelId="{EA3E7C43-FF82-4C62-AEFD-A0BBDC92A144}" type="presOf" srcId="{8A3C43BD-91E6-4840-8046-90F604E9822C}" destId="{288474EE-9830-4A56-96E5-B829FB0E1ADA}" srcOrd="0" destOrd="0" presId="urn:microsoft.com/office/officeart/2005/8/layout/hierarchy2"/>
    <dgm:cxn modelId="{4F395170-7812-4E0A-91B1-E693C5DA0CBC}" type="presOf" srcId="{4ECEF403-CEF4-4077-B09A-8CBC6C13358D}" destId="{2E9791D4-69E0-493A-B090-F490180488C3}" srcOrd="0" destOrd="0" presId="urn:microsoft.com/office/officeart/2005/8/layout/hierarchy2"/>
    <dgm:cxn modelId="{F0F4C950-35F0-40D3-BED9-4F5ECFF47798}" type="presOf" srcId="{A741C590-8E98-4180-AB89-A704F06619A4}" destId="{D0354A1D-098E-4763-BEC2-54651318DC9E}" srcOrd="0" destOrd="0" presId="urn:microsoft.com/office/officeart/2005/8/layout/hierarchy2"/>
    <dgm:cxn modelId="{FB03E154-7EB9-47DB-8944-980998A24C5E}" type="presOf" srcId="{3D7D62C5-9EA3-44F8-BF68-A082F75A1634}" destId="{21CB9908-F862-45F7-BE3B-80F128587612}" srcOrd="1" destOrd="0" presId="urn:microsoft.com/office/officeart/2005/8/layout/hierarchy2"/>
    <dgm:cxn modelId="{CE2C3283-3A2A-433E-A20F-A1BEC675C985}" srcId="{C617E92B-9BEF-4A70-BB7E-0A3D735C0093}" destId="{ED5ED3AA-1DE1-4135-82C5-5F9EC279FA43}" srcOrd="0" destOrd="0" parTransId="{F9599C5D-24F7-4D53-A05A-32B8098199B7}" sibTransId="{DE9B93B9-AA24-4009-8798-66F1D7F8A249}"/>
    <dgm:cxn modelId="{0BDE2387-675A-4652-A5A7-8C1D30630B4E}" type="presOf" srcId="{C658BB75-C2E4-44B5-B871-037C7E9A2460}" destId="{BF149745-9071-44A8-A8CF-FD60C1931CEB}" srcOrd="0" destOrd="0" presId="urn:microsoft.com/office/officeart/2005/8/layout/hierarchy2"/>
    <dgm:cxn modelId="{6582E79C-0DC5-44EB-B299-086AB58A2179}" srcId="{CC4DDDE3-B420-4F3F-A0EC-DBDD1080FF2F}" destId="{DECD76F2-2AE9-42DC-AE3A-1B14DC9B5108}" srcOrd="0" destOrd="0" parTransId="{6377248B-5966-42E8-9821-14A596A748E8}" sibTransId="{F59BD81C-859A-4E3E-AD1D-53FCF5D427F6}"/>
    <dgm:cxn modelId="{7041ADBB-E5AC-49F0-8C46-3CCF7DAF7402}" srcId="{C658BB75-C2E4-44B5-B871-037C7E9A2460}" destId="{54E19DF5-15F4-4395-A0ED-6D5198DF5A4E}" srcOrd="1" destOrd="0" parTransId="{3D7D62C5-9EA3-44F8-BF68-A082F75A1634}" sibTransId="{0A8EB0A3-B193-4570-90BC-8E2FE6D3A97A}"/>
    <dgm:cxn modelId="{93041CBC-5449-457C-B618-5E2CD25D366F}" type="presOf" srcId="{D7CF49ED-3E99-4519-9D98-8526105576FC}" destId="{CF8170A2-E2E2-49BC-BA1B-2E3F136E22E0}" srcOrd="0" destOrd="0" presId="urn:microsoft.com/office/officeart/2005/8/layout/hierarchy2"/>
    <dgm:cxn modelId="{F4BB15C7-C082-46DD-A013-DAABA359D15F}" type="presOf" srcId="{DECD76F2-2AE9-42DC-AE3A-1B14DC9B5108}" destId="{BA98D735-1BDB-42DA-8848-F3C33711EEDC}" srcOrd="0" destOrd="0" presId="urn:microsoft.com/office/officeart/2005/8/layout/hierarchy2"/>
    <dgm:cxn modelId="{FABC90CA-E64D-4E16-BCA6-C0F32162B1C3}" type="presOf" srcId="{54E19DF5-15F4-4395-A0ED-6D5198DF5A4E}" destId="{EF575DE9-D4CF-4600-BC81-BF8271B72498}" srcOrd="0" destOrd="0" presId="urn:microsoft.com/office/officeart/2005/8/layout/hierarchy2"/>
    <dgm:cxn modelId="{A910BBCE-590B-40B4-B7F0-0F0C21394560}" srcId="{C658BB75-C2E4-44B5-B871-037C7E9A2460}" destId="{0EAEC512-A255-488F-8D8B-3D860AAC4544}" srcOrd="0" destOrd="0" parTransId="{DD730DB1-0C3F-4A58-AD11-551CF4C424E4}" sibTransId="{15127142-3720-48E5-A6A8-4BD0FD1CF617}"/>
    <dgm:cxn modelId="{425C95CF-A8AD-47C5-A965-E26F64E819A4}" type="presOf" srcId="{8A3C43BD-91E6-4840-8046-90F604E9822C}" destId="{6B41485E-BA28-4829-98FE-B03869ADA1A4}" srcOrd="1" destOrd="0" presId="urn:microsoft.com/office/officeart/2005/8/layout/hierarchy2"/>
    <dgm:cxn modelId="{83D838D6-0D70-4814-B07F-97F1831D19C8}" type="presOf" srcId="{F9599C5D-24F7-4D53-A05A-32B8098199B7}" destId="{D0DA6801-B006-4A0E-B67A-8234BEA22C3E}" srcOrd="1" destOrd="0" presId="urn:microsoft.com/office/officeart/2005/8/layout/hierarchy2"/>
    <dgm:cxn modelId="{6BAED8D6-8AC3-45F0-B82C-9DBFACBC07E9}" srcId="{7E1D4974-8478-4D4A-A009-D120050D1967}" destId="{D7CF49ED-3E99-4519-9D98-8526105576FC}" srcOrd="0" destOrd="0" parTransId="{7A65416D-B5A0-4C44-A3E8-E075074A1658}" sibTransId="{7E3E4EA2-60EB-4A33-95F1-C65C0261F1D8}"/>
    <dgm:cxn modelId="{3778CDDD-4CE8-4F81-A4D8-1BA17BBE4696}" type="presOf" srcId="{7E1D4974-8478-4D4A-A009-D120050D1967}" destId="{3E424EF9-6824-42F7-B9E4-83F579AAB0DC}" srcOrd="0" destOrd="0" presId="urn:microsoft.com/office/officeart/2005/8/layout/hierarchy2"/>
    <dgm:cxn modelId="{C71267E0-20C9-475F-8D6B-1D619644C701}" type="presOf" srcId="{0EAEC512-A255-488F-8D8B-3D860AAC4544}" destId="{41189C48-D581-44A8-962C-2D271892FA5F}" srcOrd="0" destOrd="0" presId="urn:microsoft.com/office/officeart/2005/8/layout/hierarchy2"/>
    <dgm:cxn modelId="{2880C9ED-FBDD-4504-92F0-BFC7B55ED297}" type="presOf" srcId="{F9599C5D-24F7-4D53-A05A-32B8098199B7}" destId="{53E86BF1-D758-4A81-98BC-71B07FEB697C}" srcOrd="0" destOrd="0" presId="urn:microsoft.com/office/officeart/2005/8/layout/hierarchy2"/>
    <dgm:cxn modelId="{DC7422EE-3757-4B2F-A17D-3A85BF258127}" type="presOf" srcId="{4ECEF403-CEF4-4077-B09A-8CBC6C13358D}" destId="{9877C53B-DB8B-4934-B6F1-290B6E149882}" srcOrd="1" destOrd="0" presId="urn:microsoft.com/office/officeart/2005/8/layout/hierarchy2"/>
    <dgm:cxn modelId="{7E280EF5-B2FF-49FC-9CAB-48AC88EF44C4}" type="presOf" srcId="{A741C590-8E98-4180-AB89-A704F06619A4}" destId="{0B37381C-782F-46F6-B51F-8A8F67D376DA}" srcOrd="1" destOrd="0" presId="urn:microsoft.com/office/officeart/2005/8/layout/hierarchy2"/>
    <dgm:cxn modelId="{AC423BF8-9A4E-4613-A8FF-701F28B0C960}" srcId="{D7CF49ED-3E99-4519-9D98-8526105576FC}" destId="{CC4DDDE3-B420-4F3F-A0EC-DBDD1080FF2F}" srcOrd="0" destOrd="0" parTransId="{4ECEF403-CEF4-4077-B09A-8CBC6C13358D}" sibTransId="{E9B73602-4E62-46C5-92C8-E3CB3533D5F2}"/>
    <dgm:cxn modelId="{5424F07F-219A-4142-9405-FE8F9FDC56CA}" type="presParOf" srcId="{3E424EF9-6824-42F7-B9E4-83F579AAB0DC}" destId="{6807C064-3F88-4AC6-9C54-610609A141ED}" srcOrd="0" destOrd="0" presId="urn:microsoft.com/office/officeart/2005/8/layout/hierarchy2"/>
    <dgm:cxn modelId="{F228F4CF-80D0-4A4D-9439-28C98E952617}" type="presParOf" srcId="{6807C064-3F88-4AC6-9C54-610609A141ED}" destId="{CF8170A2-E2E2-49BC-BA1B-2E3F136E22E0}" srcOrd="0" destOrd="0" presId="urn:microsoft.com/office/officeart/2005/8/layout/hierarchy2"/>
    <dgm:cxn modelId="{DA7CFC31-14F3-4157-B42A-5B6903F6C269}" type="presParOf" srcId="{6807C064-3F88-4AC6-9C54-610609A141ED}" destId="{048E3117-B333-4AE6-B2B8-C9B46E40FA82}" srcOrd="1" destOrd="0" presId="urn:microsoft.com/office/officeart/2005/8/layout/hierarchy2"/>
    <dgm:cxn modelId="{C6A707D5-E5F0-457E-BFFB-F82B2B077E51}" type="presParOf" srcId="{048E3117-B333-4AE6-B2B8-C9B46E40FA82}" destId="{2E9791D4-69E0-493A-B090-F490180488C3}" srcOrd="0" destOrd="0" presId="urn:microsoft.com/office/officeart/2005/8/layout/hierarchy2"/>
    <dgm:cxn modelId="{7CACE808-F046-4F25-AAD7-ED7A67148EE9}" type="presParOf" srcId="{2E9791D4-69E0-493A-B090-F490180488C3}" destId="{9877C53B-DB8B-4934-B6F1-290B6E149882}" srcOrd="0" destOrd="0" presId="urn:microsoft.com/office/officeart/2005/8/layout/hierarchy2"/>
    <dgm:cxn modelId="{3AEB7D4B-FDC1-485E-A30B-C4506DD01027}" type="presParOf" srcId="{048E3117-B333-4AE6-B2B8-C9B46E40FA82}" destId="{106EAC8B-1959-4698-9091-26937C028A0C}" srcOrd="1" destOrd="0" presId="urn:microsoft.com/office/officeart/2005/8/layout/hierarchy2"/>
    <dgm:cxn modelId="{8B5007BC-FE19-44DF-A305-3910449B758A}" type="presParOf" srcId="{106EAC8B-1959-4698-9091-26937C028A0C}" destId="{84713D68-C89B-4B7C-998C-C85E4C4C7F99}" srcOrd="0" destOrd="0" presId="urn:microsoft.com/office/officeart/2005/8/layout/hierarchy2"/>
    <dgm:cxn modelId="{791E5170-0C95-4968-8840-2D9731692933}" type="presParOf" srcId="{106EAC8B-1959-4698-9091-26937C028A0C}" destId="{E3B1C70A-0922-4E50-AA71-32629FE180BA}" srcOrd="1" destOrd="0" presId="urn:microsoft.com/office/officeart/2005/8/layout/hierarchy2"/>
    <dgm:cxn modelId="{6170BAF0-A734-4E50-8E95-35DBFBBB866C}" type="presParOf" srcId="{E3B1C70A-0922-4E50-AA71-32629FE180BA}" destId="{2094065A-4650-4731-8589-621B77E143E9}" srcOrd="0" destOrd="0" presId="urn:microsoft.com/office/officeart/2005/8/layout/hierarchy2"/>
    <dgm:cxn modelId="{476101E3-BCC6-43C9-A586-AAF23E2155D4}" type="presParOf" srcId="{2094065A-4650-4731-8589-621B77E143E9}" destId="{F76B03BB-8EBE-41CE-B076-BA6212D74C91}" srcOrd="0" destOrd="0" presId="urn:microsoft.com/office/officeart/2005/8/layout/hierarchy2"/>
    <dgm:cxn modelId="{6182387D-EE68-4477-875B-651338ADB473}" type="presParOf" srcId="{E3B1C70A-0922-4E50-AA71-32629FE180BA}" destId="{B994DB52-D3EE-4E5A-855E-50FE1B8AB5EE}" srcOrd="1" destOrd="0" presId="urn:microsoft.com/office/officeart/2005/8/layout/hierarchy2"/>
    <dgm:cxn modelId="{C777CBA0-3CF9-4240-AD1D-401CF4EF4E1B}" type="presParOf" srcId="{B994DB52-D3EE-4E5A-855E-50FE1B8AB5EE}" destId="{BA98D735-1BDB-42DA-8848-F3C33711EEDC}" srcOrd="0" destOrd="0" presId="urn:microsoft.com/office/officeart/2005/8/layout/hierarchy2"/>
    <dgm:cxn modelId="{4879F8C3-65FB-4E96-80D2-53A7C5F1EA0B}" type="presParOf" srcId="{B994DB52-D3EE-4E5A-855E-50FE1B8AB5EE}" destId="{40BCA689-1F12-4BA0-922C-898BD4AD9A1F}" srcOrd="1" destOrd="0" presId="urn:microsoft.com/office/officeart/2005/8/layout/hierarchy2"/>
    <dgm:cxn modelId="{CF562892-D5FF-4BD9-89BB-00C2F95860AD}" type="presParOf" srcId="{40BCA689-1F12-4BA0-922C-898BD4AD9A1F}" destId="{288474EE-9830-4A56-96E5-B829FB0E1ADA}" srcOrd="0" destOrd="0" presId="urn:microsoft.com/office/officeart/2005/8/layout/hierarchy2"/>
    <dgm:cxn modelId="{435A54EF-B992-47AD-A185-DE3E4E41892A}" type="presParOf" srcId="{288474EE-9830-4A56-96E5-B829FB0E1ADA}" destId="{6B41485E-BA28-4829-98FE-B03869ADA1A4}" srcOrd="0" destOrd="0" presId="urn:microsoft.com/office/officeart/2005/8/layout/hierarchy2"/>
    <dgm:cxn modelId="{B4A1CE02-1371-4AB1-8C94-10B03D920228}" type="presParOf" srcId="{40BCA689-1F12-4BA0-922C-898BD4AD9A1F}" destId="{0F044D61-8099-4B70-AC55-89699AE4B4A3}" srcOrd="1" destOrd="0" presId="urn:microsoft.com/office/officeart/2005/8/layout/hierarchy2"/>
    <dgm:cxn modelId="{C0987C21-1E98-43F4-BABC-92BD5D69330A}" type="presParOf" srcId="{0F044D61-8099-4B70-AC55-89699AE4B4A3}" destId="{BF149745-9071-44A8-A8CF-FD60C1931CEB}" srcOrd="0" destOrd="0" presId="urn:microsoft.com/office/officeart/2005/8/layout/hierarchy2"/>
    <dgm:cxn modelId="{6DD7E8AE-2CE9-49F1-A2F8-56FEA43F8EE1}" type="presParOf" srcId="{0F044D61-8099-4B70-AC55-89699AE4B4A3}" destId="{BB31151A-FA38-4117-994D-AB02E45B9F51}" srcOrd="1" destOrd="0" presId="urn:microsoft.com/office/officeart/2005/8/layout/hierarchy2"/>
    <dgm:cxn modelId="{7E31DED2-696F-4598-95CA-D74AFC1DE193}" type="presParOf" srcId="{BB31151A-FA38-4117-994D-AB02E45B9F51}" destId="{D5060D18-96B3-4DE0-BF92-9F1DC9866497}" srcOrd="0" destOrd="0" presId="urn:microsoft.com/office/officeart/2005/8/layout/hierarchy2"/>
    <dgm:cxn modelId="{8D50D23B-A3CE-497B-A893-30FA565347D8}" type="presParOf" srcId="{D5060D18-96B3-4DE0-BF92-9F1DC9866497}" destId="{39EFDAA3-DE04-4256-816C-3F2ADB26749A}" srcOrd="0" destOrd="0" presId="urn:microsoft.com/office/officeart/2005/8/layout/hierarchy2"/>
    <dgm:cxn modelId="{65D746EE-35CC-4F1E-B00C-1421C792B497}" type="presParOf" srcId="{BB31151A-FA38-4117-994D-AB02E45B9F51}" destId="{775CB4E1-759E-4BAB-AEE2-A35F405A6D9C}" srcOrd="1" destOrd="0" presId="urn:microsoft.com/office/officeart/2005/8/layout/hierarchy2"/>
    <dgm:cxn modelId="{D6274C1F-E501-4E92-898F-201CAEA32BDE}" type="presParOf" srcId="{775CB4E1-759E-4BAB-AEE2-A35F405A6D9C}" destId="{41189C48-D581-44A8-962C-2D271892FA5F}" srcOrd="0" destOrd="0" presId="urn:microsoft.com/office/officeart/2005/8/layout/hierarchy2"/>
    <dgm:cxn modelId="{1F6DDCC7-48C8-42F0-8200-CA129BEBC7CE}" type="presParOf" srcId="{775CB4E1-759E-4BAB-AEE2-A35F405A6D9C}" destId="{ACBE3FB9-49E9-4D53-9102-03B7C453B4F8}" srcOrd="1" destOrd="0" presId="urn:microsoft.com/office/officeart/2005/8/layout/hierarchy2"/>
    <dgm:cxn modelId="{A6CDDDAE-374D-4D15-A24C-453FA750F003}" type="presParOf" srcId="{BB31151A-FA38-4117-994D-AB02E45B9F51}" destId="{BE179946-9062-4AC7-91D3-0B7EDC613D41}" srcOrd="2" destOrd="0" presId="urn:microsoft.com/office/officeart/2005/8/layout/hierarchy2"/>
    <dgm:cxn modelId="{12E6D456-3695-4D1C-88EC-83B197BDF9B0}" type="presParOf" srcId="{BE179946-9062-4AC7-91D3-0B7EDC613D41}" destId="{21CB9908-F862-45F7-BE3B-80F128587612}" srcOrd="0" destOrd="0" presId="urn:microsoft.com/office/officeart/2005/8/layout/hierarchy2"/>
    <dgm:cxn modelId="{39099C83-9359-4121-92CD-569F4CB83C84}" type="presParOf" srcId="{BB31151A-FA38-4117-994D-AB02E45B9F51}" destId="{E7449432-2316-462D-A7DD-2AFD2E5254BD}" srcOrd="3" destOrd="0" presId="urn:microsoft.com/office/officeart/2005/8/layout/hierarchy2"/>
    <dgm:cxn modelId="{18167C44-CEF2-4846-9E9E-B867E2433182}" type="presParOf" srcId="{E7449432-2316-462D-A7DD-2AFD2E5254BD}" destId="{EF575DE9-D4CF-4600-BC81-BF8271B72498}" srcOrd="0" destOrd="0" presId="urn:microsoft.com/office/officeart/2005/8/layout/hierarchy2"/>
    <dgm:cxn modelId="{8C0BEB69-F54C-40D1-89C9-7F0563E3C8C6}" type="presParOf" srcId="{E7449432-2316-462D-A7DD-2AFD2E5254BD}" destId="{EFA877A2-819F-4602-8EA6-339E203B476A}" srcOrd="1" destOrd="0" presId="urn:microsoft.com/office/officeart/2005/8/layout/hierarchy2"/>
    <dgm:cxn modelId="{03DEB3E0-2A48-46B3-A75F-D2594167D6A1}" type="presParOf" srcId="{E3B1C70A-0922-4E50-AA71-32629FE180BA}" destId="{D0354A1D-098E-4763-BEC2-54651318DC9E}" srcOrd="2" destOrd="0" presId="urn:microsoft.com/office/officeart/2005/8/layout/hierarchy2"/>
    <dgm:cxn modelId="{491FAEF0-0F2E-488B-9BE7-A20B2153B543}" type="presParOf" srcId="{D0354A1D-098E-4763-BEC2-54651318DC9E}" destId="{0B37381C-782F-46F6-B51F-8A8F67D376DA}" srcOrd="0" destOrd="0" presId="urn:microsoft.com/office/officeart/2005/8/layout/hierarchy2"/>
    <dgm:cxn modelId="{65E34551-2EA0-421D-A07C-9EA05B0BD6C6}" type="presParOf" srcId="{E3B1C70A-0922-4E50-AA71-32629FE180BA}" destId="{A2588478-EEF5-4A67-B12C-6BC7145766A9}" srcOrd="3" destOrd="0" presId="urn:microsoft.com/office/officeart/2005/8/layout/hierarchy2"/>
    <dgm:cxn modelId="{01AD004B-AEC3-4C70-846E-65E71E4E5059}" type="presParOf" srcId="{A2588478-EEF5-4A67-B12C-6BC7145766A9}" destId="{84990101-3870-4C04-9542-B8D4ECF32968}" srcOrd="0" destOrd="0" presId="urn:microsoft.com/office/officeart/2005/8/layout/hierarchy2"/>
    <dgm:cxn modelId="{241605BE-E503-41A6-992A-ACF7784B00F4}" type="presParOf" srcId="{A2588478-EEF5-4A67-B12C-6BC7145766A9}" destId="{2111386A-90B8-448E-91F4-807AD252AA4B}" srcOrd="1" destOrd="0" presId="urn:microsoft.com/office/officeart/2005/8/layout/hierarchy2"/>
    <dgm:cxn modelId="{D3F9CE2B-C9F4-402F-8EA8-47E527AFE0F1}" type="presParOf" srcId="{2111386A-90B8-448E-91F4-807AD252AA4B}" destId="{53E86BF1-D758-4A81-98BC-71B07FEB697C}" srcOrd="0" destOrd="0" presId="urn:microsoft.com/office/officeart/2005/8/layout/hierarchy2"/>
    <dgm:cxn modelId="{1DBD9600-D4AC-4356-A70F-EC7D727003DE}" type="presParOf" srcId="{53E86BF1-D758-4A81-98BC-71B07FEB697C}" destId="{D0DA6801-B006-4A0E-B67A-8234BEA22C3E}" srcOrd="0" destOrd="0" presId="urn:microsoft.com/office/officeart/2005/8/layout/hierarchy2"/>
    <dgm:cxn modelId="{637EDC36-EEDB-40DF-B7D1-0AB1C1BADEEC}" type="presParOf" srcId="{2111386A-90B8-448E-91F4-807AD252AA4B}" destId="{B8C978F9-E2C9-4D28-9D1A-8F99BFC5CD14}" srcOrd="1" destOrd="0" presId="urn:microsoft.com/office/officeart/2005/8/layout/hierarchy2"/>
    <dgm:cxn modelId="{364D744B-13E4-48AE-ADC2-0288CCB819BA}" type="presParOf" srcId="{B8C978F9-E2C9-4D28-9D1A-8F99BFC5CD14}" destId="{FB0ECBD3-DE7B-4061-9C5B-BFF7A167B607}" srcOrd="0" destOrd="0" presId="urn:microsoft.com/office/officeart/2005/8/layout/hierarchy2"/>
    <dgm:cxn modelId="{2DA066A7-D840-4E80-95DC-637C9058B485}" type="presParOf" srcId="{B8C978F9-E2C9-4D28-9D1A-8F99BFC5CD14}" destId="{88C901E7-6884-4B0A-BA31-D05D779EE760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408182A-F047-4903-87C8-649446470542}" type="doc">
      <dgm:prSet loTypeId="urn:microsoft.com/office/officeart/2005/8/layout/hList1" loCatId="list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3914492C-DB0D-4962-8222-47B3378F44DC}">
      <dgm:prSet phldrT="[Text]"/>
      <dgm:spPr/>
      <dgm:t>
        <a:bodyPr/>
        <a:lstStyle/>
        <a:p>
          <a:r>
            <a:rPr lang="en-IN" dirty="0"/>
            <a:t>STRENGTHENING REGIONAL OUTREACH</a:t>
          </a:r>
        </a:p>
      </dgm:t>
    </dgm:pt>
    <dgm:pt modelId="{EFB38005-1A22-4146-A8F2-F428C5D97D7F}" type="parTrans" cxnId="{876A284A-9FD9-4BF0-ABD0-D5E37ABA8C08}">
      <dgm:prSet/>
      <dgm:spPr/>
      <dgm:t>
        <a:bodyPr/>
        <a:lstStyle/>
        <a:p>
          <a:endParaRPr lang="en-IN"/>
        </a:p>
      </dgm:t>
    </dgm:pt>
    <dgm:pt modelId="{93CB6D1A-151F-4CDE-82E6-10E5A1377935}" type="sibTrans" cxnId="{876A284A-9FD9-4BF0-ABD0-D5E37ABA8C08}">
      <dgm:prSet/>
      <dgm:spPr/>
      <dgm:t>
        <a:bodyPr/>
        <a:lstStyle/>
        <a:p>
          <a:endParaRPr lang="en-IN"/>
        </a:p>
      </dgm:t>
    </dgm:pt>
    <dgm:pt modelId="{2FB17A20-E7B9-41BD-B73A-471286AC8D77}">
      <dgm:prSet/>
      <dgm:spPr/>
      <dgm:t>
        <a:bodyPr/>
        <a:lstStyle/>
        <a:p>
          <a:r>
            <a:rPr lang="en-IN" dirty="0"/>
            <a:t>ENHANCE PATIENT ENGAGEMENT</a:t>
          </a:r>
        </a:p>
      </dgm:t>
    </dgm:pt>
    <dgm:pt modelId="{5C4972C0-0C62-41E1-A0F2-31BADA456E62}" type="parTrans" cxnId="{A8F369FF-4A65-4786-B593-8FF5B970CB76}">
      <dgm:prSet/>
      <dgm:spPr/>
      <dgm:t>
        <a:bodyPr/>
        <a:lstStyle/>
        <a:p>
          <a:endParaRPr lang="en-IN"/>
        </a:p>
      </dgm:t>
    </dgm:pt>
    <dgm:pt modelId="{988BCF14-70A8-460B-8D95-1FF554088054}" type="sibTrans" cxnId="{A8F369FF-4A65-4786-B593-8FF5B970CB76}">
      <dgm:prSet/>
      <dgm:spPr/>
      <dgm:t>
        <a:bodyPr/>
        <a:lstStyle/>
        <a:p>
          <a:endParaRPr lang="en-IN"/>
        </a:p>
      </dgm:t>
    </dgm:pt>
    <dgm:pt modelId="{B7B24843-3173-4D41-B485-B1C9CE71D154}">
      <dgm:prSet/>
      <dgm:spPr/>
      <dgm:t>
        <a:bodyPr/>
        <a:lstStyle/>
        <a:p>
          <a:r>
            <a:rPr lang="en-IN" dirty="0"/>
            <a:t>SEASONAL OUTREACH PLANNING</a:t>
          </a:r>
        </a:p>
      </dgm:t>
    </dgm:pt>
    <dgm:pt modelId="{646B8B25-AF95-4EE6-9C84-52D65E30312B}" type="parTrans" cxnId="{166C8E33-0DA8-416E-ADF9-B02C64E3BF09}">
      <dgm:prSet/>
      <dgm:spPr/>
      <dgm:t>
        <a:bodyPr/>
        <a:lstStyle/>
        <a:p>
          <a:endParaRPr lang="en-IN"/>
        </a:p>
      </dgm:t>
    </dgm:pt>
    <dgm:pt modelId="{7C23EDB8-4018-492A-BEFC-B5601C698EC7}" type="sibTrans" cxnId="{166C8E33-0DA8-416E-ADF9-B02C64E3BF09}">
      <dgm:prSet/>
      <dgm:spPr/>
      <dgm:t>
        <a:bodyPr/>
        <a:lstStyle/>
        <a:p>
          <a:endParaRPr lang="en-IN"/>
        </a:p>
      </dgm:t>
    </dgm:pt>
    <dgm:pt modelId="{2A4D6D10-BF1A-41BB-9B52-20967483FDE8}">
      <dgm:prSet/>
      <dgm:spPr/>
      <dgm:t>
        <a:bodyPr/>
        <a:lstStyle/>
        <a:p>
          <a:r>
            <a:rPr lang="en-IN" dirty="0"/>
            <a:t>REFERRAL AND NETWORKING PROGRAMS</a:t>
          </a:r>
        </a:p>
      </dgm:t>
    </dgm:pt>
    <dgm:pt modelId="{1CA7CEC8-C744-4D5B-8380-EB9C5D10DA01}" type="parTrans" cxnId="{39E25838-7ADB-441C-9F7B-39854413C4A1}">
      <dgm:prSet/>
      <dgm:spPr/>
      <dgm:t>
        <a:bodyPr/>
        <a:lstStyle/>
        <a:p>
          <a:endParaRPr lang="en-IN"/>
        </a:p>
      </dgm:t>
    </dgm:pt>
    <dgm:pt modelId="{DF97516D-0A6F-494B-A080-AFAE6D1ED210}" type="sibTrans" cxnId="{39E25838-7ADB-441C-9F7B-39854413C4A1}">
      <dgm:prSet/>
      <dgm:spPr/>
      <dgm:t>
        <a:bodyPr/>
        <a:lstStyle/>
        <a:p>
          <a:endParaRPr lang="en-IN"/>
        </a:p>
      </dgm:t>
    </dgm:pt>
    <dgm:pt modelId="{3EF3A7A1-5828-4498-88DE-E5F3D3F399B4}">
      <dgm:prSet/>
      <dgm:spPr/>
      <dgm:t>
        <a:bodyPr/>
        <a:lstStyle/>
        <a:p>
          <a:r>
            <a:rPr lang="en-IN"/>
            <a:t>CONTINOUS MONITOURING AND ANALYSIS</a:t>
          </a:r>
          <a:endParaRPr lang="en-IN" dirty="0"/>
        </a:p>
      </dgm:t>
    </dgm:pt>
    <dgm:pt modelId="{8B310DD8-C424-497C-A6CA-77AECFFD8F0D}" type="parTrans" cxnId="{5DEF0D1F-1E59-4537-8E5F-FB20823DF2E6}">
      <dgm:prSet/>
      <dgm:spPr/>
      <dgm:t>
        <a:bodyPr/>
        <a:lstStyle/>
        <a:p>
          <a:endParaRPr lang="en-IN"/>
        </a:p>
      </dgm:t>
    </dgm:pt>
    <dgm:pt modelId="{4D7482C7-6341-4713-AADD-1879BD030FAC}" type="sibTrans" cxnId="{5DEF0D1F-1E59-4537-8E5F-FB20823DF2E6}">
      <dgm:prSet/>
      <dgm:spPr/>
      <dgm:t>
        <a:bodyPr/>
        <a:lstStyle/>
        <a:p>
          <a:endParaRPr lang="en-IN"/>
        </a:p>
      </dgm:t>
    </dgm:pt>
    <dgm:pt modelId="{0FEFB365-C053-4A6A-A86C-9C246ED5AD25}">
      <dgm:prSet phldrT="[Text]"/>
      <dgm:spPr/>
      <dgm:t>
        <a:bodyPr/>
        <a:lstStyle/>
        <a:p>
          <a:r>
            <a:rPr lang="en-IN" dirty="0"/>
            <a:t>Target underserved regions</a:t>
          </a:r>
        </a:p>
      </dgm:t>
    </dgm:pt>
    <dgm:pt modelId="{35935FBE-E084-4977-94C8-2CDC66007289}" type="parTrans" cxnId="{AC388283-5798-444A-9F99-BF0E35707570}">
      <dgm:prSet/>
      <dgm:spPr/>
      <dgm:t>
        <a:bodyPr/>
        <a:lstStyle/>
        <a:p>
          <a:endParaRPr lang="en-IN"/>
        </a:p>
      </dgm:t>
    </dgm:pt>
    <dgm:pt modelId="{3D534AB3-4B77-44AB-87A6-517801C81D77}" type="sibTrans" cxnId="{AC388283-5798-444A-9F99-BF0E35707570}">
      <dgm:prSet/>
      <dgm:spPr/>
      <dgm:t>
        <a:bodyPr/>
        <a:lstStyle/>
        <a:p>
          <a:endParaRPr lang="en-IN"/>
        </a:p>
      </dgm:t>
    </dgm:pt>
    <dgm:pt modelId="{235866D5-9C47-4BF3-9172-4DA81407156B}">
      <dgm:prSet phldrT="[Text]"/>
      <dgm:spPr/>
      <dgm:t>
        <a:bodyPr/>
        <a:lstStyle/>
        <a:p>
          <a:r>
            <a:rPr lang="en-IN" dirty="0"/>
            <a:t>Regular health camps and screening drives</a:t>
          </a:r>
        </a:p>
      </dgm:t>
    </dgm:pt>
    <dgm:pt modelId="{B9E6E54E-6189-4768-855B-2DAA49C12A18}" type="parTrans" cxnId="{651AA41D-1DA2-4499-A1BD-0D4B055E03FE}">
      <dgm:prSet/>
      <dgm:spPr/>
      <dgm:t>
        <a:bodyPr/>
        <a:lstStyle/>
        <a:p>
          <a:endParaRPr lang="en-IN"/>
        </a:p>
      </dgm:t>
    </dgm:pt>
    <dgm:pt modelId="{7092CDBC-6D69-4205-9D7A-670BCA03D013}" type="sibTrans" cxnId="{651AA41D-1DA2-4499-A1BD-0D4B055E03FE}">
      <dgm:prSet/>
      <dgm:spPr/>
      <dgm:t>
        <a:bodyPr/>
        <a:lstStyle/>
        <a:p>
          <a:endParaRPr lang="en-IN"/>
        </a:p>
      </dgm:t>
    </dgm:pt>
    <dgm:pt modelId="{11F03FF8-51CA-4647-9480-D8754FBD3E41}">
      <dgm:prSet phldrT="[Text]"/>
      <dgm:spPr/>
      <dgm:t>
        <a:bodyPr/>
        <a:lstStyle/>
        <a:p>
          <a:r>
            <a:rPr lang="en-IN" dirty="0"/>
            <a:t>Awareness Campaigns and Community health talks</a:t>
          </a:r>
        </a:p>
      </dgm:t>
    </dgm:pt>
    <dgm:pt modelId="{EAA3E7FF-A91A-4928-8740-EF8BDC37AA4A}" type="parTrans" cxnId="{03CBD2D2-AFEA-4C39-B1FE-08EA1B5C7CF2}">
      <dgm:prSet/>
      <dgm:spPr/>
      <dgm:t>
        <a:bodyPr/>
        <a:lstStyle/>
        <a:p>
          <a:endParaRPr lang="en-IN"/>
        </a:p>
      </dgm:t>
    </dgm:pt>
    <dgm:pt modelId="{EC481752-D347-4A7F-969C-DB8CDD6E91CB}" type="sibTrans" cxnId="{03CBD2D2-AFEA-4C39-B1FE-08EA1B5C7CF2}">
      <dgm:prSet/>
      <dgm:spPr/>
      <dgm:t>
        <a:bodyPr/>
        <a:lstStyle/>
        <a:p>
          <a:endParaRPr lang="en-IN"/>
        </a:p>
      </dgm:t>
    </dgm:pt>
    <dgm:pt modelId="{5F0021EC-BDA2-445B-968F-86015872EBA9}">
      <dgm:prSet/>
      <dgm:spPr/>
      <dgm:t>
        <a:bodyPr/>
        <a:lstStyle/>
        <a:p>
          <a:r>
            <a:rPr lang="en-IN" dirty="0"/>
            <a:t>Highlight Pediatric care</a:t>
          </a:r>
        </a:p>
      </dgm:t>
    </dgm:pt>
    <dgm:pt modelId="{4A5C9677-4918-4B12-8EE4-9A03C4A011FD}" type="parTrans" cxnId="{D0F4D452-33AD-4483-9C50-2D96A843F612}">
      <dgm:prSet/>
      <dgm:spPr/>
      <dgm:t>
        <a:bodyPr/>
        <a:lstStyle/>
        <a:p>
          <a:endParaRPr lang="en-IN"/>
        </a:p>
      </dgm:t>
    </dgm:pt>
    <dgm:pt modelId="{A83DDCBB-5182-4CEB-828B-941911B1C653}" type="sibTrans" cxnId="{D0F4D452-33AD-4483-9C50-2D96A843F612}">
      <dgm:prSet/>
      <dgm:spPr/>
      <dgm:t>
        <a:bodyPr/>
        <a:lstStyle/>
        <a:p>
          <a:endParaRPr lang="en-IN"/>
        </a:p>
      </dgm:t>
    </dgm:pt>
    <dgm:pt modelId="{B4A39D1D-D58C-47D5-978E-01A219109DAF}">
      <dgm:prSet/>
      <dgm:spPr/>
      <dgm:t>
        <a:bodyPr/>
        <a:lstStyle/>
        <a:p>
          <a:r>
            <a:rPr lang="en-IN" dirty="0"/>
            <a:t>Partnership with Schools and daycares</a:t>
          </a:r>
        </a:p>
      </dgm:t>
    </dgm:pt>
    <dgm:pt modelId="{2AE721BA-AA25-4B66-A4F5-F5446D21BECA}" type="parTrans" cxnId="{63DE09A9-53E5-4E21-AB6A-DC16D3F1013C}">
      <dgm:prSet/>
      <dgm:spPr/>
      <dgm:t>
        <a:bodyPr/>
        <a:lstStyle/>
        <a:p>
          <a:endParaRPr lang="en-IN"/>
        </a:p>
      </dgm:t>
    </dgm:pt>
    <dgm:pt modelId="{84D3A342-F890-488D-8955-482774766646}" type="sibTrans" cxnId="{63DE09A9-53E5-4E21-AB6A-DC16D3F1013C}">
      <dgm:prSet/>
      <dgm:spPr/>
      <dgm:t>
        <a:bodyPr/>
        <a:lstStyle/>
        <a:p>
          <a:endParaRPr lang="en-IN"/>
        </a:p>
      </dgm:t>
    </dgm:pt>
    <dgm:pt modelId="{19974E75-DCC6-4DE4-A61F-B6BE86EAC6DC}">
      <dgm:prSet/>
      <dgm:spPr/>
      <dgm:t>
        <a:bodyPr/>
        <a:lstStyle/>
        <a:p>
          <a:r>
            <a:rPr lang="en-IN" dirty="0"/>
            <a:t>Child-friendly infrastructures and Communication techniques</a:t>
          </a:r>
        </a:p>
      </dgm:t>
    </dgm:pt>
    <dgm:pt modelId="{5BF3A1DE-EE42-4773-A9DB-5018E77DB6FD}" type="parTrans" cxnId="{5378B550-0B1D-4208-B8F2-8A1F686F70EC}">
      <dgm:prSet/>
      <dgm:spPr/>
      <dgm:t>
        <a:bodyPr/>
        <a:lstStyle/>
        <a:p>
          <a:endParaRPr lang="en-IN"/>
        </a:p>
      </dgm:t>
    </dgm:pt>
    <dgm:pt modelId="{E234A15A-9485-456A-9B69-B905F06BD9D7}" type="sibTrans" cxnId="{5378B550-0B1D-4208-B8F2-8A1F686F70EC}">
      <dgm:prSet/>
      <dgm:spPr/>
      <dgm:t>
        <a:bodyPr/>
        <a:lstStyle/>
        <a:p>
          <a:endParaRPr lang="en-IN"/>
        </a:p>
      </dgm:t>
    </dgm:pt>
    <dgm:pt modelId="{9A9CC8D8-B7D5-4C23-90E9-7103443701BE}">
      <dgm:prSet/>
      <dgm:spPr/>
      <dgm:t>
        <a:bodyPr/>
        <a:lstStyle/>
        <a:p>
          <a:r>
            <a:rPr lang="en-IN" dirty="0"/>
            <a:t>Festival offers and packages</a:t>
          </a:r>
        </a:p>
      </dgm:t>
    </dgm:pt>
    <dgm:pt modelId="{B78CBAA8-D09F-40D9-98F7-C182BC2535B5}" type="parTrans" cxnId="{DD8B842A-DB4E-48BB-AE48-B1B2ADF7A51A}">
      <dgm:prSet/>
      <dgm:spPr/>
      <dgm:t>
        <a:bodyPr/>
        <a:lstStyle/>
        <a:p>
          <a:endParaRPr lang="en-IN"/>
        </a:p>
      </dgm:t>
    </dgm:pt>
    <dgm:pt modelId="{C6A0EBA1-112C-4A3D-AC87-B3D0D2016783}" type="sibTrans" cxnId="{DD8B842A-DB4E-48BB-AE48-B1B2ADF7A51A}">
      <dgm:prSet/>
      <dgm:spPr/>
      <dgm:t>
        <a:bodyPr/>
        <a:lstStyle/>
        <a:p>
          <a:endParaRPr lang="en-IN"/>
        </a:p>
      </dgm:t>
    </dgm:pt>
    <dgm:pt modelId="{C8117D38-037A-47D5-9573-A2283A5186C3}">
      <dgm:prSet/>
      <dgm:spPr/>
      <dgm:t>
        <a:bodyPr/>
        <a:lstStyle/>
        <a:p>
          <a:r>
            <a:rPr lang="en-IN" dirty="0"/>
            <a:t>Seasonal disease awareness programs</a:t>
          </a:r>
        </a:p>
      </dgm:t>
    </dgm:pt>
    <dgm:pt modelId="{53C7CA3C-D992-4C94-9DE4-218A6669C7E9}" type="parTrans" cxnId="{1624A1C6-6120-4678-8078-5FC8BD53B4C2}">
      <dgm:prSet/>
      <dgm:spPr/>
      <dgm:t>
        <a:bodyPr/>
        <a:lstStyle/>
        <a:p>
          <a:endParaRPr lang="en-IN"/>
        </a:p>
      </dgm:t>
    </dgm:pt>
    <dgm:pt modelId="{F48A7203-2DF2-4E7B-BA52-DC73FE80EE0C}" type="sibTrans" cxnId="{1624A1C6-6120-4678-8078-5FC8BD53B4C2}">
      <dgm:prSet/>
      <dgm:spPr/>
      <dgm:t>
        <a:bodyPr/>
        <a:lstStyle/>
        <a:p>
          <a:endParaRPr lang="en-IN"/>
        </a:p>
      </dgm:t>
    </dgm:pt>
    <dgm:pt modelId="{726E4BBA-B604-4BDC-AD3F-3FD2486C80A1}">
      <dgm:prSet/>
      <dgm:spPr/>
      <dgm:t>
        <a:bodyPr/>
        <a:lstStyle/>
        <a:p>
          <a:r>
            <a:rPr lang="en-IN" dirty="0"/>
            <a:t>Anticipate demand during Seasonal illness cycle and establish awareness programs </a:t>
          </a:r>
        </a:p>
      </dgm:t>
    </dgm:pt>
    <dgm:pt modelId="{AED7FAB1-4FFB-4ECE-9B33-8BDEDE057121}" type="parTrans" cxnId="{B6919075-A67A-4699-A29D-C82990A4BBAF}">
      <dgm:prSet/>
      <dgm:spPr/>
      <dgm:t>
        <a:bodyPr/>
        <a:lstStyle/>
        <a:p>
          <a:endParaRPr lang="en-IN"/>
        </a:p>
      </dgm:t>
    </dgm:pt>
    <dgm:pt modelId="{8CED615A-FC82-47ED-8D76-CCAB3B39E44B}" type="sibTrans" cxnId="{B6919075-A67A-4699-A29D-C82990A4BBAF}">
      <dgm:prSet/>
      <dgm:spPr/>
      <dgm:t>
        <a:bodyPr/>
        <a:lstStyle/>
        <a:p>
          <a:endParaRPr lang="en-IN"/>
        </a:p>
      </dgm:t>
    </dgm:pt>
    <dgm:pt modelId="{95F1AD59-6D34-4FFE-B4B8-1689825D861B}">
      <dgm:prSet/>
      <dgm:spPr/>
      <dgm:t>
        <a:bodyPr/>
        <a:lstStyle/>
        <a:p>
          <a:r>
            <a:rPr lang="en-IN" dirty="0"/>
            <a:t>Strengthen relationships with local doctors and clinics</a:t>
          </a:r>
        </a:p>
      </dgm:t>
    </dgm:pt>
    <dgm:pt modelId="{25FAAFB7-96C8-48C0-A7E2-6F36409DBFC8}" type="parTrans" cxnId="{BB63498F-8EF0-4B4F-B388-92A1BDB4C644}">
      <dgm:prSet/>
      <dgm:spPr/>
      <dgm:t>
        <a:bodyPr/>
        <a:lstStyle/>
        <a:p>
          <a:endParaRPr lang="en-IN"/>
        </a:p>
      </dgm:t>
    </dgm:pt>
    <dgm:pt modelId="{A13AC523-AB2E-438B-A576-B3EF5E91A18B}" type="sibTrans" cxnId="{BB63498F-8EF0-4B4F-B388-92A1BDB4C644}">
      <dgm:prSet/>
      <dgm:spPr/>
      <dgm:t>
        <a:bodyPr/>
        <a:lstStyle/>
        <a:p>
          <a:endParaRPr lang="en-IN"/>
        </a:p>
      </dgm:t>
    </dgm:pt>
    <dgm:pt modelId="{1D752F7D-0435-471B-AC6E-C40193E56C3D}">
      <dgm:prSet/>
      <dgm:spPr/>
      <dgm:t>
        <a:bodyPr/>
        <a:lstStyle/>
        <a:p>
          <a:r>
            <a:rPr lang="en-IN" dirty="0"/>
            <a:t>CME workshops and joint conferences</a:t>
          </a:r>
        </a:p>
      </dgm:t>
    </dgm:pt>
    <dgm:pt modelId="{7FB3D4EA-6799-4D1F-8C49-4345FCD5F983}" type="parTrans" cxnId="{85470371-B820-4FBA-A1DD-0C30E43BA736}">
      <dgm:prSet/>
      <dgm:spPr/>
      <dgm:t>
        <a:bodyPr/>
        <a:lstStyle/>
        <a:p>
          <a:endParaRPr lang="en-IN"/>
        </a:p>
      </dgm:t>
    </dgm:pt>
    <dgm:pt modelId="{0DF99BF6-3173-48FF-A8DE-3BC7674B6594}" type="sibTrans" cxnId="{85470371-B820-4FBA-A1DD-0C30E43BA736}">
      <dgm:prSet/>
      <dgm:spPr/>
      <dgm:t>
        <a:bodyPr/>
        <a:lstStyle/>
        <a:p>
          <a:endParaRPr lang="en-IN"/>
        </a:p>
      </dgm:t>
    </dgm:pt>
    <dgm:pt modelId="{C004D2A4-668C-4EEF-B429-40CE6191C176}">
      <dgm:prSet/>
      <dgm:spPr/>
      <dgm:t>
        <a:bodyPr/>
        <a:lstStyle/>
        <a:p>
          <a:r>
            <a:rPr lang="en-IN" dirty="0"/>
            <a:t>Digital referral Applications</a:t>
          </a:r>
        </a:p>
      </dgm:t>
    </dgm:pt>
    <dgm:pt modelId="{FCF7236D-0227-45C3-BAC2-46F315B7647E}" type="parTrans" cxnId="{3EF07EA8-9069-4F54-81DA-D57FB0CE4799}">
      <dgm:prSet/>
      <dgm:spPr/>
      <dgm:t>
        <a:bodyPr/>
        <a:lstStyle/>
        <a:p>
          <a:endParaRPr lang="en-IN"/>
        </a:p>
      </dgm:t>
    </dgm:pt>
    <dgm:pt modelId="{C19CFAC7-6644-4B4D-A912-8F0D3BCDD444}" type="sibTrans" cxnId="{3EF07EA8-9069-4F54-81DA-D57FB0CE4799}">
      <dgm:prSet/>
      <dgm:spPr/>
      <dgm:t>
        <a:bodyPr/>
        <a:lstStyle/>
        <a:p>
          <a:endParaRPr lang="en-IN"/>
        </a:p>
      </dgm:t>
    </dgm:pt>
    <dgm:pt modelId="{EE3AA5FE-38FA-4FB0-9B8D-EF95FA130FEE}">
      <dgm:prSet/>
      <dgm:spPr/>
      <dgm:t>
        <a:bodyPr/>
        <a:lstStyle/>
        <a:p>
          <a:r>
            <a:rPr lang="en-IN" dirty="0"/>
            <a:t>Robust patient data monitoring system</a:t>
          </a:r>
        </a:p>
      </dgm:t>
    </dgm:pt>
    <dgm:pt modelId="{74662B4D-AF04-4BEB-ABBF-8CD32151D869}" type="parTrans" cxnId="{09E60472-4C03-430D-88E8-E28C37A1D462}">
      <dgm:prSet/>
      <dgm:spPr/>
      <dgm:t>
        <a:bodyPr/>
        <a:lstStyle/>
        <a:p>
          <a:endParaRPr lang="en-IN"/>
        </a:p>
      </dgm:t>
    </dgm:pt>
    <dgm:pt modelId="{628F126A-0449-482C-A242-733803A33123}" type="sibTrans" cxnId="{09E60472-4C03-430D-88E8-E28C37A1D462}">
      <dgm:prSet/>
      <dgm:spPr/>
      <dgm:t>
        <a:bodyPr/>
        <a:lstStyle/>
        <a:p>
          <a:endParaRPr lang="en-IN"/>
        </a:p>
      </dgm:t>
    </dgm:pt>
    <dgm:pt modelId="{901013F6-96F2-4B53-9B68-0DBCD71F5BC0}">
      <dgm:prSet/>
      <dgm:spPr/>
      <dgm:t>
        <a:bodyPr/>
        <a:lstStyle/>
        <a:p>
          <a:r>
            <a:rPr lang="en-IN" dirty="0"/>
            <a:t>Identify gaps early and plan accordingly</a:t>
          </a:r>
        </a:p>
      </dgm:t>
    </dgm:pt>
    <dgm:pt modelId="{F0A19140-7D7E-48B6-89C1-67C8F5481188}" type="parTrans" cxnId="{7EF2A95A-5B40-4B35-850D-42D3A54B5D29}">
      <dgm:prSet/>
      <dgm:spPr/>
      <dgm:t>
        <a:bodyPr/>
        <a:lstStyle/>
        <a:p>
          <a:endParaRPr lang="en-IN"/>
        </a:p>
      </dgm:t>
    </dgm:pt>
    <dgm:pt modelId="{4FD7F028-D515-46BF-ABA9-7F5BB30AC393}" type="sibTrans" cxnId="{7EF2A95A-5B40-4B35-850D-42D3A54B5D29}">
      <dgm:prSet/>
      <dgm:spPr/>
      <dgm:t>
        <a:bodyPr/>
        <a:lstStyle/>
        <a:p>
          <a:endParaRPr lang="en-IN"/>
        </a:p>
      </dgm:t>
    </dgm:pt>
    <dgm:pt modelId="{0A673D14-6A9C-480E-813C-4BA800F4FA1C}">
      <dgm:prSet/>
      <dgm:spPr/>
      <dgm:t>
        <a:bodyPr/>
        <a:lstStyle/>
        <a:p>
          <a:endParaRPr lang="en-IN" dirty="0"/>
        </a:p>
      </dgm:t>
    </dgm:pt>
    <dgm:pt modelId="{BE391C89-A84C-4C2A-B285-0A159E4B386A}" type="parTrans" cxnId="{FB262700-0965-4A67-90B3-4E30050D59C2}">
      <dgm:prSet/>
      <dgm:spPr/>
      <dgm:t>
        <a:bodyPr/>
        <a:lstStyle/>
        <a:p>
          <a:endParaRPr lang="en-IN"/>
        </a:p>
      </dgm:t>
    </dgm:pt>
    <dgm:pt modelId="{5EC4BA59-D277-4265-A74E-51261244713C}" type="sibTrans" cxnId="{FB262700-0965-4A67-90B3-4E30050D59C2}">
      <dgm:prSet/>
      <dgm:spPr/>
      <dgm:t>
        <a:bodyPr/>
        <a:lstStyle/>
        <a:p>
          <a:endParaRPr lang="en-IN"/>
        </a:p>
      </dgm:t>
    </dgm:pt>
    <dgm:pt modelId="{DA45B47F-FA0A-498F-AFB5-6D7D936C2883}">
      <dgm:prSet/>
      <dgm:spPr/>
      <dgm:t>
        <a:bodyPr/>
        <a:lstStyle/>
        <a:p>
          <a:r>
            <a:rPr lang="en-IN"/>
            <a:t>Adjustenment of resource allocation based on performance data</a:t>
          </a:r>
          <a:endParaRPr lang="en-IN" dirty="0"/>
        </a:p>
      </dgm:t>
    </dgm:pt>
    <dgm:pt modelId="{87BFE375-CFE3-4BD3-A64D-37E4D1D9CD5C}" type="parTrans" cxnId="{777538BF-870A-4F27-94AE-A857553ED46C}">
      <dgm:prSet/>
      <dgm:spPr/>
      <dgm:t>
        <a:bodyPr/>
        <a:lstStyle/>
        <a:p>
          <a:endParaRPr lang="en-IN"/>
        </a:p>
      </dgm:t>
    </dgm:pt>
    <dgm:pt modelId="{D9D8A7FB-BCD7-41A4-9CE9-DB105B20E1F1}" type="sibTrans" cxnId="{777538BF-870A-4F27-94AE-A857553ED46C}">
      <dgm:prSet/>
      <dgm:spPr/>
      <dgm:t>
        <a:bodyPr/>
        <a:lstStyle/>
        <a:p>
          <a:endParaRPr lang="en-IN"/>
        </a:p>
      </dgm:t>
    </dgm:pt>
    <dgm:pt modelId="{A8DDDB23-F15C-4580-AE0C-D5B26D0300A5}" type="pres">
      <dgm:prSet presAssocID="{F408182A-F047-4903-87C8-649446470542}" presName="Name0" presStyleCnt="0">
        <dgm:presLayoutVars>
          <dgm:dir/>
          <dgm:animLvl val="lvl"/>
          <dgm:resizeHandles val="exact"/>
        </dgm:presLayoutVars>
      </dgm:prSet>
      <dgm:spPr/>
    </dgm:pt>
    <dgm:pt modelId="{F8F30EDD-4567-4AEA-845D-41B7D95D5015}" type="pres">
      <dgm:prSet presAssocID="{3914492C-DB0D-4962-8222-47B3378F44DC}" presName="composite" presStyleCnt="0"/>
      <dgm:spPr/>
    </dgm:pt>
    <dgm:pt modelId="{98F27F43-3265-4ED9-837F-D1CBCE401C83}" type="pres">
      <dgm:prSet presAssocID="{3914492C-DB0D-4962-8222-47B3378F44DC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69646C2D-B43E-4CC4-B634-CA80DEBF8455}" type="pres">
      <dgm:prSet presAssocID="{3914492C-DB0D-4962-8222-47B3378F44DC}" presName="desTx" presStyleLbl="alignAccFollowNode1" presStyleIdx="0" presStyleCnt="5">
        <dgm:presLayoutVars>
          <dgm:bulletEnabled val="1"/>
        </dgm:presLayoutVars>
      </dgm:prSet>
      <dgm:spPr/>
    </dgm:pt>
    <dgm:pt modelId="{7CDA55EE-5FC6-4D62-89FC-DA0C58FDC4B7}" type="pres">
      <dgm:prSet presAssocID="{93CB6D1A-151F-4CDE-82E6-10E5A1377935}" presName="space" presStyleCnt="0"/>
      <dgm:spPr/>
    </dgm:pt>
    <dgm:pt modelId="{A5FFEC31-4C96-4641-B556-F25E62070D38}" type="pres">
      <dgm:prSet presAssocID="{2FB17A20-E7B9-41BD-B73A-471286AC8D77}" presName="composite" presStyleCnt="0"/>
      <dgm:spPr/>
    </dgm:pt>
    <dgm:pt modelId="{5FB67A89-6E78-455C-BEAC-8EF8E602AB44}" type="pres">
      <dgm:prSet presAssocID="{2FB17A20-E7B9-41BD-B73A-471286AC8D77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4B225A8F-3ECD-4B2A-94B2-651A328E4844}" type="pres">
      <dgm:prSet presAssocID="{2FB17A20-E7B9-41BD-B73A-471286AC8D77}" presName="desTx" presStyleLbl="alignAccFollowNode1" presStyleIdx="1" presStyleCnt="5">
        <dgm:presLayoutVars>
          <dgm:bulletEnabled val="1"/>
        </dgm:presLayoutVars>
      </dgm:prSet>
      <dgm:spPr/>
    </dgm:pt>
    <dgm:pt modelId="{FAC95396-35A0-4670-8F21-801767ECF473}" type="pres">
      <dgm:prSet presAssocID="{988BCF14-70A8-460B-8D95-1FF554088054}" presName="space" presStyleCnt="0"/>
      <dgm:spPr/>
    </dgm:pt>
    <dgm:pt modelId="{9C31AF85-3EF1-4F49-9623-58BED71F50C3}" type="pres">
      <dgm:prSet presAssocID="{B7B24843-3173-4D41-B485-B1C9CE71D154}" presName="composite" presStyleCnt="0"/>
      <dgm:spPr/>
    </dgm:pt>
    <dgm:pt modelId="{A1F4D66B-2930-4553-8889-1456F3368FCF}" type="pres">
      <dgm:prSet presAssocID="{B7B24843-3173-4D41-B485-B1C9CE71D154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728675F7-A2C0-43AA-A60B-E6D7D9772F66}" type="pres">
      <dgm:prSet presAssocID="{B7B24843-3173-4D41-B485-B1C9CE71D154}" presName="desTx" presStyleLbl="alignAccFollowNode1" presStyleIdx="2" presStyleCnt="5">
        <dgm:presLayoutVars>
          <dgm:bulletEnabled val="1"/>
        </dgm:presLayoutVars>
      </dgm:prSet>
      <dgm:spPr/>
    </dgm:pt>
    <dgm:pt modelId="{6BA8A418-D8BD-467C-A10F-F6C217B94494}" type="pres">
      <dgm:prSet presAssocID="{7C23EDB8-4018-492A-BEFC-B5601C698EC7}" presName="space" presStyleCnt="0"/>
      <dgm:spPr/>
    </dgm:pt>
    <dgm:pt modelId="{983ED3E8-5500-42FD-AB7E-E31F074F41E1}" type="pres">
      <dgm:prSet presAssocID="{2A4D6D10-BF1A-41BB-9B52-20967483FDE8}" presName="composite" presStyleCnt="0"/>
      <dgm:spPr/>
    </dgm:pt>
    <dgm:pt modelId="{0CD121BD-3B03-4638-854D-C0701E914C4C}" type="pres">
      <dgm:prSet presAssocID="{2A4D6D10-BF1A-41BB-9B52-20967483FDE8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475E8E51-20E3-4DE0-864B-96F4A9F6986E}" type="pres">
      <dgm:prSet presAssocID="{2A4D6D10-BF1A-41BB-9B52-20967483FDE8}" presName="desTx" presStyleLbl="alignAccFollowNode1" presStyleIdx="3" presStyleCnt="5">
        <dgm:presLayoutVars>
          <dgm:bulletEnabled val="1"/>
        </dgm:presLayoutVars>
      </dgm:prSet>
      <dgm:spPr/>
    </dgm:pt>
    <dgm:pt modelId="{CE425F3E-0B6D-43DC-AE87-55113E429BE0}" type="pres">
      <dgm:prSet presAssocID="{DF97516D-0A6F-494B-A080-AFAE6D1ED210}" presName="space" presStyleCnt="0"/>
      <dgm:spPr/>
    </dgm:pt>
    <dgm:pt modelId="{33BF3BA2-47A2-4355-B45B-767B7ECC3562}" type="pres">
      <dgm:prSet presAssocID="{3EF3A7A1-5828-4498-88DE-E5F3D3F399B4}" presName="composite" presStyleCnt="0"/>
      <dgm:spPr/>
    </dgm:pt>
    <dgm:pt modelId="{091BC43F-6812-4F3B-8F27-3EBEAF0E0AF8}" type="pres">
      <dgm:prSet presAssocID="{3EF3A7A1-5828-4498-88DE-E5F3D3F399B4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2F962198-66E2-44EA-9CC2-121A85AC7C34}" type="pres">
      <dgm:prSet presAssocID="{3EF3A7A1-5828-4498-88DE-E5F3D3F399B4}" presName="desTx" presStyleLbl="alignAccFollowNode1" presStyleIdx="4" presStyleCnt="5">
        <dgm:presLayoutVars>
          <dgm:bulletEnabled val="1"/>
        </dgm:presLayoutVars>
      </dgm:prSet>
      <dgm:spPr/>
    </dgm:pt>
  </dgm:ptLst>
  <dgm:cxnLst>
    <dgm:cxn modelId="{FB262700-0965-4A67-90B3-4E30050D59C2}" srcId="{3EF3A7A1-5828-4498-88DE-E5F3D3F399B4}" destId="{0A673D14-6A9C-480E-813C-4BA800F4FA1C}" srcOrd="3" destOrd="0" parTransId="{BE391C89-A84C-4C2A-B285-0A159E4B386A}" sibTransId="{5EC4BA59-D277-4265-A74E-51261244713C}"/>
    <dgm:cxn modelId="{E82BBF0C-C793-410C-AFBC-33D98E2439D1}" type="presOf" srcId="{726E4BBA-B604-4BDC-AD3F-3FD2486C80A1}" destId="{728675F7-A2C0-43AA-A60B-E6D7D9772F66}" srcOrd="0" destOrd="2" presId="urn:microsoft.com/office/officeart/2005/8/layout/hList1"/>
    <dgm:cxn modelId="{67602C0F-B93D-4C84-A1F9-576BF6BF72A0}" type="presOf" srcId="{F408182A-F047-4903-87C8-649446470542}" destId="{A8DDDB23-F15C-4580-AE0C-D5B26D0300A5}" srcOrd="0" destOrd="0" presId="urn:microsoft.com/office/officeart/2005/8/layout/hList1"/>
    <dgm:cxn modelId="{14A2F91A-8FBC-4CFD-BF9D-D25032BCA8F5}" type="presOf" srcId="{0FEFB365-C053-4A6A-A86C-9C246ED5AD25}" destId="{69646C2D-B43E-4CC4-B634-CA80DEBF8455}" srcOrd="0" destOrd="0" presId="urn:microsoft.com/office/officeart/2005/8/layout/hList1"/>
    <dgm:cxn modelId="{A8FE611C-A0FD-4DEA-A989-4DEF1C0DF613}" type="presOf" srcId="{0A673D14-6A9C-480E-813C-4BA800F4FA1C}" destId="{2F962198-66E2-44EA-9CC2-121A85AC7C34}" srcOrd="0" destOrd="3" presId="urn:microsoft.com/office/officeart/2005/8/layout/hList1"/>
    <dgm:cxn modelId="{651AA41D-1DA2-4499-A1BD-0D4B055E03FE}" srcId="{3914492C-DB0D-4962-8222-47B3378F44DC}" destId="{235866D5-9C47-4BF3-9172-4DA81407156B}" srcOrd="1" destOrd="0" parTransId="{B9E6E54E-6189-4768-855B-2DAA49C12A18}" sibTransId="{7092CDBC-6D69-4205-9D7A-670BCA03D013}"/>
    <dgm:cxn modelId="{5DEF0D1F-1E59-4537-8E5F-FB20823DF2E6}" srcId="{F408182A-F047-4903-87C8-649446470542}" destId="{3EF3A7A1-5828-4498-88DE-E5F3D3F399B4}" srcOrd="4" destOrd="0" parTransId="{8B310DD8-C424-497C-A6CA-77AECFFD8F0D}" sibTransId="{4D7482C7-6341-4713-AADD-1879BD030FAC}"/>
    <dgm:cxn modelId="{DD8B842A-DB4E-48BB-AE48-B1B2ADF7A51A}" srcId="{B7B24843-3173-4D41-B485-B1C9CE71D154}" destId="{9A9CC8D8-B7D5-4C23-90E9-7103443701BE}" srcOrd="0" destOrd="0" parTransId="{B78CBAA8-D09F-40D9-98F7-C182BC2535B5}" sibTransId="{C6A0EBA1-112C-4A3D-AC87-B3D0D2016783}"/>
    <dgm:cxn modelId="{8B2A592D-F374-4F22-AE76-F91D3A44FECD}" type="presOf" srcId="{5F0021EC-BDA2-445B-968F-86015872EBA9}" destId="{4B225A8F-3ECD-4B2A-94B2-651A328E4844}" srcOrd="0" destOrd="0" presId="urn:microsoft.com/office/officeart/2005/8/layout/hList1"/>
    <dgm:cxn modelId="{166C8E33-0DA8-416E-ADF9-B02C64E3BF09}" srcId="{F408182A-F047-4903-87C8-649446470542}" destId="{B7B24843-3173-4D41-B485-B1C9CE71D154}" srcOrd="2" destOrd="0" parTransId="{646B8B25-AF95-4EE6-9C84-52D65E30312B}" sibTransId="{7C23EDB8-4018-492A-BEFC-B5601C698EC7}"/>
    <dgm:cxn modelId="{39E25838-7ADB-441C-9F7B-39854413C4A1}" srcId="{F408182A-F047-4903-87C8-649446470542}" destId="{2A4D6D10-BF1A-41BB-9B52-20967483FDE8}" srcOrd="3" destOrd="0" parTransId="{1CA7CEC8-C744-4D5B-8380-EB9C5D10DA01}" sibTransId="{DF97516D-0A6F-494B-A080-AFAE6D1ED210}"/>
    <dgm:cxn modelId="{7A69A93F-E7A4-4547-B2FD-936E6C0059A5}" type="presOf" srcId="{2A4D6D10-BF1A-41BB-9B52-20967483FDE8}" destId="{0CD121BD-3B03-4638-854D-C0701E914C4C}" srcOrd="0" destOrd="0" presId="urn:microsoft.com/office/officeart/2005/8/layout/hList1"/>
    <dgm:cxn modelId="{9114B440-A4B0-407F-9E9F-2E69560F32CE}" type="presOf" srcId="{235866D5-9C47-4BF3-9172-4DA81407156B}" destId="{69646C2D-B43E-4CC4-B634-CA80DEBF8455}" srcOrd="0" destOrd="1" presId="urn:microsoft.com/office/officeart/2005/8/layout/hList1"/>
    <dgm:cxn modelId="{0C7C0443-832A-474F-B16D-8F2BF216DD63}" type="presOf" srcId="{3914492C-DB0D-4962-8222-47B3378F44DC}" destId="{98F27F43-3265-4ED9-837F-D1CBCE401C83}" srcOrd="0" destOrd="0" presId="urn:microsoft.com/office/officeart/2005/8/layout/hList1"/>
    <dgm:cxn modelId="{B3751763-3E46-4CC4-B087-99639988FABE}" type="presOf" srcId="{901013F6-96F2-4B53-9B68-0DBCD71F5BC0}" destId="{2F962198-66E2-44EA-9CC2-121A85AC7C34}" srcOrd="0" destOrd="1" presId="urn:microsoft.com/office/officeart/2005/8/layout/hList1"/>
    <dgm:cxn modelId="{8E59FD65-1371-43D4-BF62-95B18A49A0EE}" type="presOf" srcId="{B7B24843-3173-4D41-B485-B1C9CE71D154}" destId="{A1F4D66B-2930-4553-8889-1456F3368FCF}" srcOrd="0" destOrd="0" presId="urn:microsoft.com/office/officeart/2005/8/layout/hList1"/>
    <dgm:cxn modelId="{43265468-E656-45C4-85D1-69100B46A369}" type="presOf" srcId="{3EF3A7A1-5828-4498-88DE-E5F3D3F399B4}" destId="{091BC43F-6812-4F3B-8F27-3EBEAF0E0AF8}" srcOrd="0" destOrd="0" presId="urn:microsoft.com/office/officeart/2005/8/layout/hList1"/>
    <dgm:cxn modelId="{876A284A-9FD9-4BF0-ABD0-D5E37ABA8C08}" srcId="{F408182A-F047-4903-87C8-649446470542}" destId="{3914492C-DB0D-4962-8222-47B3378F44DC}" srcOrd="0" destOrd="0" parTransId="{EFB38005-1A22-4146-A8F2-F428C5D97D7F}" sibTransId="{93CB6D1A-151F-4CDE-82E6-10E5A1377935}"/>
    <dgm:cxn modelId="{5378B550-0B1D-4208-B8F2-8A1F686F70EC}" srcId="{2FB17A20-E7B9-41BD-B73A-471286AC8D77}" destId="{19974E75-DCC6-4DE4-A61F-B6BE86EAC6DC}" srcOrd="2" destOrd="0" parTransId="{5BF3A1DE-EE42-4773-A9DB-5018E77DB6FD}" sibTransId="{E234A15A-9485-456A-9B69-B905F06BD9D7}"/>
    <dgm:cxn modelId="{85470371-B820-4FBA-A1DD-0C30E43BA736}" srcId="{2A4D6D10-BF1A-41BB-9B52-20967483FDE8}" destId="{1D752F7D-0435-471B-AC6E-C40193E56C3D}" srcOrd="1" destOrd="0" parTransId="{7FB3D4EA-6799-4D1F-8C49-4345FCD5F983}" sibTransId="{0DF99BF6-3173-48FF-A8DE-3BC7674B6594}"/>
    <dgm:cxn modelId="{09E60472-4C03-430D-88E8-E28C37A1D462}" srcId="{3EF3A7A1-5828-4498-88DE-E5F3D3F399B4}" destId="{EE3AA5FE-38FA-4FB0-9B8D-EF95FA130FEE}" srcOrd="0" destOrd="0" parTransId="{74662B4D-AF04-4BEB-ABBF-8CD32151D869}" sibTransId="{628F126A-0449-482C-A242-733803A33123}"/>
    <dgm:cxn modelId="{D0F4D452-33AD-4483-9C50-2D96A843F612}" srcId="{2FB17A20-E7B9-41BD-B73A-471286AC8D77}" destId="{5F0021EC-BDA2-445B-968F-86015872EBA9}" srcOrd="0" destOrd="0" parTransId="{4A5C9677-4918-4B12-8EE4-9A03C4A011FD}" sibTransId="{A83DDCBB-5182-4CEB-828B-941911B1C653}"/>
    <dgm:cxn modelId="{E8138973-9135-4C4D-AC32-E253D18633DF}" type="presOf" srcId="{95F1AD59-6D34-4FFE-B4B8-1689825D861B}" destId="{475E8E51-20E3-4DE0-864B-96F4A9F6986E}" srcOrd="0" destOrd="0" presId="urn:microsoft.com/office/officeart/2005/8/layout/hList1"/>
    <dgm:cxn modelId="{B6919075-A67A-4699-A29D-C82990A4BBAF}" srcId="{B7B24843-3173-4D41-B485-B1C9CE71D154}" destId="{726E4BBA-B604-4BDC-AD3F-3FD2486C80A1}" srcOrd="2" destOrd="0" parTransId="{AED7FAB1-4FFB-4ECE-9B33-8BDEDE057121}" sibTransId="{8CED615A-FC82-47ED-8D76-CCAB3B39E44B}"/>
    <dgm:cxn modelId="{E2DC097A-831D-4DE8-B205-5E90652B95E4}" type="presOf" srcId="{1D752F7D-0435-471B-AC6E-C40193E56C3D}" destId="{475E8E51-20E3-4DE0-864B-96F4A9F6986E}" srcOrd="0" destOrd="1" presId="urn:microsoft.com/office/officeart/2005/8/layout/hList1"/>
    <dgm:cxn modelId="{7EF2A95A-5B40-4B35-850D-42D3A54B5D29}" srcId="{3EF3A7A1-5828-4498-88DE-E5F3D3F399B4}" destId="{901013F6-96F2-4B53-9B68-0DBCD71F5BC0}" srcOrd="1" destOrd="0" parTransId="{F0A19140-7D7E-48B6-89C1-67C8F5481188}" sibTransId="{4FD7F028-D515-46BF-ABA9-7F5BB30AC393}"/>
    <dgm:cxn modelId="{AC388283-5798-444A-9F99-BF0E35707570}" srcId="{3914492C-DB0D-4962-8222-47B3378F44DC}" destId="{0FEFB365-C053-4A6A-A86C-9C246ED5AD25}" srcOrd="0" destOrd="0" parTransId="{35935FBE-E084-4977-94C8-2CDC66007289}" sibTransId="{3D534AB3-4B77-44AB-87A6-517801C81D77}"/>
    <dgm:cxn modelId="{F5A09786-457F-416B-A429-2F79537248DB}" type="presOf" srcId="{9A9CC8D8-B7D5-4C23-90E9-7103443701BE}" destId="{728675F7-A2C0-43AA-A60B-E6D7D9772F66}" srcOrd="0" destOrd="0" presId="urn:microsoft.com/office/officeart/2005/8/layout/hList1"/>
    <dgm:cxn modelId="{BB63498F-8EF0-4B4F-B388-92A1BDB4C644}" srcId="{2A4D6D10-BF1A-41BB-9B52-20967483FDE8}" destId="{95F1AD59-6D34-4FFE-B4B8-1689825D861B}" srcOrd="0" destOrd="0" parTransId="{25FAAFB7-96C8-48C0-A7E2-6F36409DBFC8}" sibTransId="{A13AC523-AB2E-438B-A576-B3EF5E91A18B}"/>
    <dgm:cxn modelId="{091B4E9C-DBF2-4216-B15B-5B57E0CC9CCC}" type="presOf" srcId="{EE3AA5FE-38FA-4FB0-9B8D-EF95FA130FEE}" destId="{2F962198-66E2-44EA-9CC2-121A85AC7C34}" srcOrd="0" destOrd="0" presId="urn:microsoft.com/office/officeart/2005/8/layout/hList1"/>
    <dgm:cxn modelId="{2E577C9E-999B-4E46-AEB3-F931C6B4FF4C}" type="presOf" srcId="{19974E75-DCC6-4DE4-A61F-B6BE86EAC6DC}" destId="{4B225A8F-3ECD-4B2A-94B2-651A328E4844}" srcOrd="0" destOrd="2" presId="urn:microsoft.com/office/officeart/2005/8/layout/hList1"/>
    <dgm:cxn modelId="{66CD45A6-2ED3-4E4C-9232-764864EF0849}" type="presOf" srcId="{2FB17A20-E7B9-41BD-B73A-471286AC8D77}" destId="{5FB67A89-6E78-455C-BEAC-8EF8E602AB44}" srcOrd="0" destOrd="0" presId="urn:microsoft.com/office/officeart/2005/8/layout/hList1"/>
    <dgm:cxn modelId="{3EF07EA8-9069-4F54-81DA-D57FB0CE4799}" srcId="{2A4D6D10-BF1A-41BB-9B52-20967483FDE8}" destId="{C004D2A4-668C-4EEF-B429-40CE6191C176}" srcOrd="2" destOrd="0" parTransId="{FCF7236D-0227-45C3-BAC2-46F315B7647E}" sibTransId="{C19CFAC7-6644-4B4D-A912-8F0D3BCDD444}"/>
    <dgm:cxn modelId="{63DE09A9-53E5-4E21-AB6A-DC16D3F1013C}" srcId="{2FB17A20-E7B9-41BD-B73A-471286AC8D77}" destId="{B4A39D1D-D58C-47D5-978E-01A219109DAF}" srcOrd="1" destOrd="0" parTransId="{2AE721BA-AA25-4B66-A4F5-F5446D21BECA}" sibTransId="{84D3A342-F890-488D-8955-482774766646}"/>
    <dgm:cxn modelId="{200C90AB-7003-4FC6-8212-73208C3BEDFB}" type="presOf" srcId="{11F03FF8-51CA-4647-9480-D8754FBD3E41}" destId="{69646C2D-B43E-4CC4-B634-CA80DEBF8455}" srcOrd="0" destOrd="2" presId="urn:microsoft.com/office/officeart/2005/8/layout/hList1"/>
    <dgm:cxn modelId="{91689FAE-6D88-4E11-A414-5928304A7E8D}" type="presOf" srcId="{B4A39D1D-D58C-47D5-978E-01A219109DAF}" destId="{4B225A8F-3ECD-4B2A-94B2-651A328E4844}" srcOrd="0" destOrd="1" presId="urn:microsoft.com/office/officeart/2005/8/layout/hList1"/>
    <dgm:cxn modelId="{777538BF-870A-4F27-94AE-A857553ED46C}" srcId="{3EF3A7A1-5828-4498-88DE-E5F3D3F399B4}" destId="{DA45B47F-FA0A-498F-AFB5-6D7D936C2883}" srcOrd="2" destOrd="0" parTransId="{87BFE375-CFE3-4BD3-A64D-37E4D1D9CD5C}" sibTransId="{D9D8A7FB-BCD7-41A4-9CE9-DB105B20E1F1}"/>
    <dgm:cxn modelId="{E36DCDC0-9D29-4F3D-80B7-5B2A032D26AC}" type="presOf" srcId="{DA45B47F-FA0A-498F-AFB5-6D7D936C2883}" destId="{2F962198-66E2-44EA-9CC2-121A85AC7C34}" srcOrd="0" destOrd="2" presId="urn:microsoft.com/office/officeart/2005/8/layout/hList1"/>
    <dgm:cxn modelId="{1624A1C6-6120-4678-8078-5FC8BD53B4C2}" srcId="{B7B24843-3173-4D41-B485-B1C9CE71D154}" destId="{C8117D38-037A-47D5-9573-A2283A5186C3}" srcOrd="1" destOrd="0" parTransId="{53C7CA3C-D992-4C94-9DE4-218A6669C7E9}" sibTransId="{F48A7203-2DF2-4E7B-BA52-DC73FE80EE0C}"/>
    <dgm:cxn modelId="{895E67C7-1064-4802-9D55-7DDEF97C0BE3}" type="presOf" srcId="{C8117D38-037A-47D5-9573-A2283A5186C3}" destId="{728675F7-A2C0-43AA-A60B-E6D7D9772F66}" srcOrd="0" destOrd="1" presId="urn:microsoft.com/office/officeart/2005/8/layout/hList1"/>
    <dgm:cxn modelId="{03CBD2D2-AFEA-4C39-B1FE-08EA1B5C7CF2}" srcId="{3914492C-DB0D-4962-8222-47B3378F44DC}" destId="{11F03FF8-51CA-4647-9480-D8754FBD3E41}" srcOrd="2" destOrd="0" parTransId="{EAA3E7FF-A91A-4928-8740-EF8BDC37AA4A}" sibTransId="{EC481752-D347-4A7F-969C-DB8CDD6E91CB}"/>
    <dgm:cxn modelId="{19A3EDEF-2163-466E-853C-29060170E110}" type="presOf" srcId="{C004D2A4-668C-4EEF-B429-40CE6191C176}" destId="{475E8E51-20E3-4DE0-864B-96F4A9F6986E}" srcOrd="0" destOrd="2" presId="urn:microsoft.com/office/officeart/2005/8/layout/hList1"/>
    <dgm:cxn modelId="{A8F369FF-4A65-4786-B593-8FF5B970CB76}" srcId="{F408182A-F047-4903-87C8-649446470542}" destId="{2FB17A20-E7B9-41BD-B73A-471286AC8D77}" srcOrd="1" destOrd="0" parTransId="{5C4972C0-0C62-41E1-A0F2-31BADA456E62}" sibTransId="{988BCF14-70A8-460B-8D95-1FF554088054}"/>
    <dgm:cxn modelId="{478DA569-5823-47A9-8B7C-96C685D7AF4F}" type="presParOf" srcId="{A8DDDB23-F15C-4580-AE0C-D5B26D0300A5}" destId="{F8F30EDD-4567-4AEA-845D-41B7D95D5015}" srcOrd="0" destOrd="0" presId="urn:microsoft.com/office/officeart/2005/8/layout/hList1"/>
    <dgm:cxn modelId="{0CD3D408-B0CC-49D9-B797-AE0A0B126026}" type="presParOf" srcId="{F8F30EDD-4567-4AEA-845D-41B7D95D5015}" destId="{98F27F43-3265-4ED9-837F-D1CBCE401C83}" srcOrd="0" destOrd="0" presId="urn:microsoft.com/office/officeart/2005/8/layout/hList1"/>
    <dgm:cxn modelId="{D5D5E73B-446F-427D-B7DD-3613B1F00BC9}" type="presParOf" srcId="{F8F30EDD-4567-4AEA-845D-41B7D95D5015}" destId="{69646C2D-B43E-4CC4-B634-CA80DEBF8455}" srcOrd="1" destOrd="0" presId="urn:microsoft.com/office/officeart/2005/8/layout/hList1"/>
    <dgm:cxn modelId="{756D390B-17B1-4742-9CAE-6E2DD52DED3F}" type="presParOf" srcId="{A8DDDB23-F15C-4580-AE0C-D5B26D0300A5}" destId="{7CDA55EE-5FC6-4D62-89FC-DA0C58FDC4B7}" srcOrd="1" destOrd="0" presId="urn:microsoft.com/office/officeart/2005/8/layout/hList1"/>
    <dgm:cxn modelId="{F6AAA9B3-6D91-4705-9013-E816C02FE00A}" type="presParOf" srcId="{A8DDDB23-F15C-4580-AE0C-D5B26D0300A5}" destId="{A5FFEC31-4C96-4641-B556-F25E62070D38}" srcOrd="2" destOrd="0" presId="urn:microsoft.com/office/officeart/2005/8/layout/hList1"/>
    <dgm:cxn modelId="{7AF0208F-447D-4E75-AA3F-1701F9EFA390}" type="presParOf" srcId="{A5FFEC31-4C96-4641-B556-F25E62070D38}" destId="{5FB67A89-6E78-455C-BEAC-8EF8E602AB44}" srcOrd="0" destOrd="0" presId="urn:microsoft.com/office/officeart/2005/8/layout/hList1"/>
    <dgm:cxn modelId="{879F8E52-B067-4C69-B38F-E308E3FD5818}" type="presParOf" srcId="{A5FFEC31-4C96-4641-B556-F25E62070D38}" destId="{4B225A8F-3ECD-4B2A-94B2-651A328E4844}" srcOrd="1" destOrd="0" presId="urn:microsoft.com/office/officeart/2005/8/layout/hList1"/>
    <dgm:cxn modelId="{CE93D9A2-EADC-4A28-88DF-55EAC424CB18}" type="presParOf" srcId="{A8DDDB23-F15C-4580-AE0C-D5B26D0300A5}" destId="{FAC95396-35A0-4670-8F21-801767ECF473}" srcOrd="3" destOrd="0" presId="urn:microsoft.com/office/officeart/2005/8/layout/hList1"/>
    <dgm:cxn modelId="{D7A6C4FA-BC63-4E60-AC73-9B4B768F251E}" type="presParOf" srcId="{A8DDDB23-F15C-4580-AE0C-D5B26D0300A5}" destId="{9C31AF85-3EF1-4F49-9623-58BED71F50C3}" srcOrd="4" destOrd="0" presId="urn:microsoft.com/office/officeart/2005/8/layout/hList1"/>
    <dgm:cxn modelId="{BB9F54E7-9E7B-418F-837E-653B8F54CEC7}" type="presParOf" srcId="{9C31AF85-3EF1-4F49-9623-58BED71F50C3}" destId="{A1F4D66B-2930-4553-8889-1456F3368FCF}" srcOrd="0" destOrd="0" presId="urn:microsoft.com/office/officeart/2005/8/layout/hList1"/>
    <dgm:cxn modelId="{DFCCF480-BD78-47B3-92D1-941D6B1CEC0B}" type="presParOf" srcId="{9C31AF85-3EF1-4F49-9623-58BED71F50C3}" destId="{728675F7-A2C0-43AA-A60B-E6D7D9772F66}" srcOrd="1" destOrd="0" presId="urn:microsoft.com/office/officeart/2005/8/layout/hList1"/>
    <dgm:cxn modelId="{62BA0122-3630-439F-9517-0C44491D8A17}" type="presParOf" srcId="{A8DDDB23-F15C-4580-AE0C-D5B26D0300A5}" destId="{6BA8A418-D8BD-467C-A10F-F6C217B94494}" srcOrd="5" destOrd="0" presId="urn:microsoft.com/office/officeart/2005/8/layout/hList1"/>
    <dgm:cxn modelId="{593E436B-F7A6-44F4-8320-4B9E719CFCC3}" type="presParOf" srcId="{A8DDDB23-F15C-4580-AE0C-D5B26D0300A5}" destId="{983ED3E8-5500-42FD-AB7E-E31F074F41E1}" srcOrd="6" destOrd="0" presId="urn:microsoft.com/office/officeart/2005/8/layout/hList1"/>
    <dgm:cxn modelId="{49252C89-72CD-4541-8B98-D5493F9BA5B9}" type="presParOf" srcId="{983ED3E8-5500-42FD-AB7E-E31F074F41E1}" destId="{0CD121BD-3B03-4638-854D-C0701E914C4C}" srcOrd="0" destOrd="0" presId="urn:microsoft.com/office/officeart/2005/8/layout/hList1"/>
    <dgm:cxn modelId="{878D1E93-72B9-4D92-9D26-2BD43BCD8BAD}" type="presParOf" srcId="{983ED3E8-5500-42FD-AB7E-E31F074F41E1}" destId="{475E8E51-20E3-4DE0-864B-96F4A9F6986E}" srcOrd="1" destOrd="0" presId="urn:microsoft.com/office/officeart/2005/8/layout/hList1"/>
    <dgm:cxn modelId="{7FD9B852-DB8F-44D9-B92B-4C4A12D58F2B}" type="presParOf" srcId="{A8DDDB23-F15C-4580-AE0C-D5B26D0300A5}" destId="{CE425F3E-0B6D-43DC-AE87-55113E429BE0}" srcOrd="7" destOrd="0" presId="urn:microsoft.com/office/officeart/2005/8/layout/hList1"/>
    <dgm:cxn modelId="{EB8AEEDF-D3E7-4264-B117-7B936FD61E5A}" type="presParOf" srcId="{A8DDDB23-F15C-4580-AE0C-D5B26D0300A5}" destId="{33BF3BA2-47A2-4355-B45B-767B7ECC3562}" srcOrd="8" destOrd="0" presId="urn:microsoft.com/office/officeart/2005/8/layout/hList1"/>
    <dgm:cxn modelId="{0138D45C-745E-44DF-8057-0237251BD2D3}" type="presParOf" srcId="{33BF3BA2-47A2-4355-B45B-767B7ECC3562}" destId="{091BC43F-6812-4F3B-8F27-3EBEAF0E0AF8}" srcOrd="0" destOrd="0" presId="urn:microsoft.com/office/officeart/2005/8/layout/hList1"/>
    <dgm:cxn modelId="{06A9C82F-2C38-495A-B0C8-8ADFC3E12106}" type="presParOf" srcId="{33BF3BA2-47A2-4355-B45B-767B7ECC3562}" destId="{2F962198-66E2-44EA-9CC2-121A85AC7C3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8170A2-E2E2-49BC-BA1B-2E3F136E22E0}">
      <dsp:nvSpPr>
        <dsp:cNvPr id="0" name=""/>
        <dsp:cNvSpPr/>
      </dsp:nvSpPr>
      <dsp:spPr>
        <a:xfrm>
          <a:off x="8863" y="1205778"/>
          <a:ext cx="1286087" cy="64304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DATA FILTERING</a:t>
          </a:r>
        </a:p>
      </dsp:txBody>
      <dsp:txXfrm>
        <a:off x="27697" y="1224612"/>
        <a:ext cx="1248419" cy="605375"/>
      </dsp:txXfrm>
    </dsp:sp>
    <dsp:sp modelId="{2E9791D4-69E0-493A-B090-F490180488C3}">
      <dsp:nvSpPr>
        <dsp:cNvPr id="0" name=""/>
        <dsp:cNvSpPr/>
      </dsp:nvSpPr>
      <dsp:spPr>
        <a:xfrm>
          <a:off x="1294950" y="1507676"/>
          <a:ext cx="514434" cy="39248"/>
        </a:xfrm>
        <a:custGeom>
          <a:avLst/>
          <a:gdLst/>
          <a:ahLst/>
          <a:cxnLst/>
          <a:rect l="0" t="0" r="0" b="0"/>
          <a:pathLst>
            <a:path>
              <a:moveTo>
                <a:pt x="0" y="19624"/>
              </a:moveTo>
              <a:lnTo>
                <a:pt x="514434" y="19624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1539307" y="1514439"/>
        <a:ext cx="25721" cy="25721"/>
      </dsp:txXfrm>
    </dsp:sp>
    <dsp:sp modelId="{84713D68-C89B-4B7C-998C-C85E4C4C7F99}">
      <dsp:nvSpPr>
        <dsp:cNvPr id="0" name=""/>
        <dsp:cNvSpPr/>
      </dsp:nvSpPr>
      <dsp:spPr>
        <a:xfrm>
          <a:off x="1809385" y="1205778"/>
          <a:ext cx="1286087" cy="64304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TIME-BASED FILTERING</a:t>
          </a:r>
        </a:p>
      </dsp:txBody>
      <dsp:txXfrm>
        <a:off x="1828219" y="1224612"/>
        <a:ext cx="1248419" cy="605375"/>
      </dsp:txXfrm>
    </dsp:sp>
    <dsp:sp modelId="{2094065A-4650-4731-8589-621B77E143E9}">
      <dsp:nvSpPr>
        <dsp:cNvPr id="0" name=""/>
        <dsp:cNvSpPr/>
      </dsp:nvSpPr>
      <dsp:spPr>
        <a:xfrm rot="18522501">
          <a:off x="2941376" y="1186712"/>
          <a:ext cx="822626" cy="39248"/>
        </a:xfrm>
        <a:custGeom>
          <a:avLst/>
          <a:gdLst/>
          <a:ahLst/>
          <a:cxnLst/>
          <a:rect l="0" t="0" r="0" b="0"/>
          <a:pathLst>
            <a:path>
              <a:moveTo>
                <a:pt x="0" y="19624"/>
              </a:moveTo>
              <a:lnTo>
                <a:pt x="822626" y="19624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3332124" y="1185770"/>
        <a:ext cx="41131" cy="41131"/>
      </dsp:txXfrm>
    </dsp:sp>
    <dsp:sp modelId="{BA98D735-1BDB-42DA-8848-F3C33711EEDC}">
      <dsp:nvSpPr>
        <dsp:cNvPr id="0" name=""/>
        <dsp:cNvSpPr/>
      </dsp:nvSpPr>
      <dsp:spPr>
        <a:xfrm>
          <a:off x="3609907" y="563850"/>
          <a:ext cx="1286087" cy="64304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SPATIAL</a:t>
          </a:r>
        </a:p>
      </dsp:txBody>
      <dsp:txXfrm>
        <a:off x="3628741" y="582684"/>
        <a:ext cx="1248419" cy="605375"/>
      </dsp:txXfrm>
    </dsp:sp>
    <dsp:sp modelId="{288474EE-9830-4A56-96E5-B829FB0E1ADA}">
      <dsp:nvSpPr>
        <dsp:cNvPr id="0" name=""/>
        <dsp:cNvSpPr/>
      </dsp:nvSpPr>
      <dsp:spPr>
        <a:xfrm>
          <a:off x="4895994" y="865748"/>
          <a:ext cx="514434" cy="39248"/>
        </a:xfrm>
        <a:custGeom>
          <a:avLst/>
          <a:gdLst/>
          <a:ahLst/>
          <a:cxnLst/>
          <a:rect l="0" t="0" r="0" b="0"/>
          <a:pathLst>
            <a:path>
              <a:moveTo>
                <a:pt x="0" y="19624"/>
              </a:moveTo>
              <a:lnTo>
                <a:pt x="514434" y="19624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5140351" y="872511"/>
        <a:ext cx="25721" cy="25721"/>
      </dsp:txXfrm>
    </dsp:sp>
    <dsp:sp modelId="{BF149745-9071-44A8-A8CF-FD60C1931CEB}">
      <dsp:nvSpPr>
        <dsp:cNvPr id="0" name=""/>
        <dsp:cNvSpPr/>
      </dsp:nvSpPr>
      <dsp:spPr>
        <a:xfrm>
          <a:off x="5410429" y="283728"/>
          <a:ext cx="1286087" cy="1203288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Rule-Based Text Matching with Keyword Filtering</a:t>
          </a:r>
        </a:p>
      </dsp:txBody>
      <dsp:txXfrm>
        <a:off x="5445672" y="318971"/>
        <a:ext cx="1215601" cy="1132802"/>
      </dsp:txXfrm>
    </dsp:sp>
    <dsp:sp modelId="{D5060D18-96B3-4DE0-BF92-9F1DC9866497}">
      <dsp:nvSpPr>
        <dsp:cNvPr id="0" name=""/>
        <dsp:cNvSpPr/>
      </dsp:nvSpPr>
      <dsp:spPr>
        <a:xfrm rot="19457599">
          <a:off x="6636969" y="680873"/>
          <a:ext cx="633528" cy="39248"/>
        </a:xfrm>
        <a:custGeom>
          <a:avLst/>
          <a:gdLst/>
          <a:ahLst/>
          <a:cxnLst/>
          <a:rect l="0" t="0" r="0" b="0"/>
          <a:pathLst>
            <a:path>
              <a:moveTo>
                <a:pt x="0" y="19624"/>
              </a:moveTo>
              <a:lnTo>
                <a:pt x="633528" y="19624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6937895" y="684659"/>
        <a:ext cx="31676" cy="31676"/>
      </dsp:txXfrm>
    </dsp:sp>
    <dsp:sp modelId="{41189C48-D581-44A8-962C-2D271892FA5F}">
      <dsp:nvSpPr>
        <dsp:cNvPr id="0" name=""/>
        <dsp:cNvSpPr/>
      </dsp:nvSpPr>
      <dsp:spPr>
        <a:xfrm>
          <a:off x="7210951" y="194100"/>
          <a:ext cx="1286087" cy="64304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Sub-regions of Faridabad</a:t>
          </a:r>
        </a:p>
      </dsp:txBody>
      <dsp:txXfrm>
        <a:off x="7229785" y="212934"/>
        <a:ext cx="1248419" cy="605375"/>
      </dsp:txXfrm>
    </dsp:sp>
    <dsp:sp modelId="{BE179946-9062-4AC7-91D3-0B7EDC613D41}">
      <dsp:nvSpPr>
        <dsp:cNvPr id="0" name=""/>
        <dsp:cNvSpPr/>
      </dsp:nvSpPr>
      <dsp:spPr>
        <a:xfrm rot="2142401">
          <a:off x="6636969" y="1050623"/>
          <a:ext cx="633528" cy="39248"/>
        </a:xfrm>
        <a:custGeom>
          <a:avLst/>
          <a:gdLst/>
          <a:ahLst/>
          <a:cxnLst/>
          <a:rect l="0" t="0" r="0" b="0"/>
          <a:pathLst>
            <a:path>
              <a:moveTo>
                <a:pt x="0" y="19624"/>
              </a:moveTo>
              <a:lnTo>
                <a:pt x="633528" y="19624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6937895" y="1054409"/>
        <a:ext cx="31676" cy="31676"/>
      </dsp:txXfrm>
    </dsp:sp>
    <dsp:sp modelId="{EF575DE9-D4CF-4600-BC81-BF8271B72498}">
      <dsp:nvSpPr>
        <dsp:cNvPr id="0" name=""/>
        <dsp:cNvSpPr/>
      </dsp:nvSpPr>
      <dsp:spPr>
        <a:xfrm>
          <a:off x="7210951" y="933600"/>
          <a:ext cx="1286087" cy="64304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Regions in Greater Faridabad</a:t>
          </a:r>
        </a:p>
      </dsp:txBody>
      <dsp:txXfrm>
        <a:off x="7229785" y="952434"/>
        <a:ext cx="1248419" cy="605375"/>
      </dsp:txXfrm>
    </dsp:sp>
    <dsp:sp modelId="{D0354A1D-098E-4763-BEC2-54651318DC9E}">
      <dsp:nvSpPr>
        <dsp:cNvPr id="0" name=""/>
        <dsp:cNvSpPr/>
      </dsp:nvSpPr>
      <dsp:spPr>
        <a:xfrm rot="3077499">
          <a:off x="2941376" y="1828640"/>
          <a:ext cx="822626" cy="39248"/>
        </a:xfrm>
        <a:custGeom>
          <a:avLst/>
          <a:gdLst/>
          <a:ahLst/>
          <a:cxnLst/>
          <a:rect l="0" t="0" r="0" b="0"/>
          <a:pathLst>
            <a:path>
              <a:moveTo>
                <a:pt x="0" y="19624"/>
              </a:moveTo>
              <a:lnTo>
                <a:pt x="822626" y="19624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3332124" y="1827698"/>
        <a:ext cx="41131" cy="41131"/>
      </dsp:txXfrm>
    </dsp:sp>
    <dsp:sp modelId="{84990101-3870-4C04-9542-B8D4ECF32968}">
      <dsp:nvSpPr>
        <dsp:cNvPr id="0" name=""/>
        <dsp:cNvSpPr/>
      </dsp:nvSpPr>
      <dsp:spPr>
        <a:xfrm>
          <a:off x="3609907" y="1847706"/>
          <a:ext cx="1286087" cy="64304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DEMOGRAPHIC</a:t>
          </a:r>
        </a:p>
      </dsp:txBody>
      <dsp:txXfrm>
        <a:off x="3628741" y="1866540"/>
        <a:ext cx="1248419" cy="605375"/>
      </dsp:txXfrm>
    </dsp:sp>
    <dsp:sp modelId="{53E86BF1-D758-4A81-98BC-71B07FEB697C}">
      <dsp:nvSpPr>
        <dsp:cNvPr id="0" name=""/>
        <dsp:cNvSpPr/>
      </dsp:nvSpPr>
      <dsp:spPr>
        <a:xfrm>
          <a:off x="4895994" y="2149604"/>
          <a:ext cx="514434" cy="39248"/>
        </a:xfrm>
        <a:custGeom>
          <a:avLst/>
          <a:gdLst/>
          <a:ahLst/>
          <a:cxnLst/>
          <a:rect l="0" t="0" r="0" b="0"/>
          <a:pathLst>
            <a:path>
              <a:moveTo>
                <a:pt x="0" y="19624"/>
              </a:moveTo>
              <a:lnTo>
                <a:pt x="514434" y="19624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5140351" y="2156367"/>
        <a:ext cx="25721" cy="25721"/>
      </dsp:txXfrm>
    </dsp:sp>
    <dsp:sp modelId="{FB0ECBD3-DE7B-4061-9C5B-BFF7A167B607}">
      <dsp:nvSpPr>
        <dsp:cNvPr id="0" name=""/>
        <dsp:cNvSpPr/>
      </dsp:nvSpPr>
      <dsp:spPr>
        <a:xfrm>
          <a:off x="5410429" y="1583473"/>
          <a:ext cx="1286087" cy="1171509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Age and Gender Based Categorical Classification</a:t>
          </a:r>
        </a:p>
      </dsp:txBody>
      <dsp:txXfrm>
        <a:off x="5444741" y="1617785"/>
        <a:ext cx="1217463" cy="11028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F27F43-3265-4ED9-837F-D1CBCE401C83}">
      <dsp:nvSpPr>
        <dsp:cNvPr id="0" name=""/>
        <dsp:cNvSpPr/>
      </dsp:nvSpPr>
      <dsp:spPr>
        <a:xfrm>
          <a:off x="5378" y="794844"/>
          <a:ext cx="2061843" cy="78262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STRENGTHENING REGIONAL OUTREACH</a:t>
          </a:r>
        </a:p>
      </dsp:txBody>
      <dsp:txXfrm>
        <a:off x="5378" y="794844"/>
        <a:ext cx="2061843" cy="782625"/>
      </dsp:txXfrm>
    </dsp:sp>
    <dsp:sp modelId="{69646C2D-B43E-4CC4-B634-CA80DEBF8455}">
      <dsp:nvSpPr>
        <dsp:cNvPr id="0" name=""/>
        <dsp:cNvSpPr/>
      </dsp:nvSpPr>
      <dsp:spPr>
        <a:xfrm>
          <a:off x="5378" y="1577470"/>
          <a:ext cx="2061843" cy="2334622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/>
            <a:t>Target underserved regions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/>
            <a:t>Regular health camps and screening drives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/>
            <a:t>Awareness Campaigns and Community health talks</a:t>
          </a:r>
        </a:p>
      </dsp:txBody>
      <dsp:txXfrm>
        <a:off x="5378" y="1577470"/>
        <a:ext cx="2061843" cy="2334622"/>
      </dsp:txXfrm>
    </dsp:sp>
    <dsp:sp modelId="{5FB67A89-6E78-455C-BEAC-8EF8E602AB44}">
      <dsp:nvSpPr>
        <dsp:cNvPr id="0" name=""/>
        <dsp:cNvSpPr/>
      </dsp:nvSpPr>
      <dsp:spPr>
        <a:xfrm>
          <a:off x="2355879" y="794844"/>
          <a:ext cx="2061843" cy="78262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ENHANCE PATIENT ENGAGEMENT</a:t>
          </a:r>
        </a:p>
      </dsp:txBody>
      <dsp:txXfrm>
        <a:off x="2355879" y="794844"/>
        <a:ext cx="2061843" cy="782625"/>
      </dsp:txXfrm>
    </dsp:sp>
    <dsp:sp modelId="{4B225A8F-3ECD-4B2A-94B2-651A328E4844}">
      <dsp:nvSpPr>
        <dsp:cNvPr id="0" name=""/>
        <dsp:cNvSpPr/>
      </dsp:nvSpPr>
      <dsp:spPr>
        <a:xfrm>
          <a:off x="2355879" y="1577470"/>
          <a:ext cx="2061843" cy="2334622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/>
            <a:t>Highlight Pediatric care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/>
            <a:t>Partnership with Schools and daycares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/>
            <a:t>Child-friendly infrastructures and Communication techniques</a:t>
          </a:r>
        </a:p>
      </dsp:txBody>
      <dsp:txXfrm>
        <a:off x="2355879" y="1577470"/>
        <a:ext cx="2061843" cy="2334622"/>
      </dsp:txXfrm>
    </dsp:sp>
    <dsp:sp modelId="{A1F4D66B-2930-4553-8889-1456F3368FCF}">
      <dsp:nvSpPr>
        <dsp:cNvPr id="0" name=""/>
        <dsp:cNvSpPr/>
      </dsp:nvSpPr>
      <dsp:spPr>
        <a:xfrm>
          <a:off x="4706380" y="794844"/>
          <a:ext cx="2061843" cy="78262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SEASONAL OUTREACH PLANNING</a:t>
          </a:r>
        </a:p>
      </dsp:txBody>
      <dsp:txXfrm>
        <a:off x="4706380" y="794844"/>
        <a:ext cx="2061843" cy="782625"/>
      </dsp:txXfrm>
    </dsp:sp>
    <dsp:sp modelId="{728675F7-A2C0-43AA-A60B-E6D7D9772F66}">
      <dsp:nvSpPr>
        <dsp:cNvPr id="0" name=""/>
        <dsp:cNvSpPr/>
      </dsp:nvSpPr>
      <dsp:spPr>
        <a:xfrm>
          <a:off x="4706380" y="1577470"/>
          <a:ext cx="2061843" cy="2334622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/>
            <a:t>Festival offers and packages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/>
            <a:t>Seasonal disease awareness programs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/>
            <a:t>Anticipate demand during Seasonal illness cycle and establish awareness programs </a:t>
          </a:r>
        </a:p>
      </dsp:txBody>
      <dsp:txXfrm>
        <a:off x="4706380" y="1577470"/>
        <a:ext cx="2061843" cy="2334622"/>
      </dsp:txXfrm>
    </dsp:sp>
    <dsp:sp modelId="{0CD121BD-3B03-4638-854D-C0701E914C4C}">
      <dsp:nvSpPr>
        <dsp:cNvPr id="0" name=""/>
        <dsp:cNvSpPr/>
      </dsp:nvSpPr>
      <dsp:spPr>
        <a:xfrm>
          <a:off x="7056882" y="794844"/>
          <a:ext cx="2061843" cy="78262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REFERRAL AND NETWORKING PROGRAMS</a:t>
          </a:r>
        </a:p>
      </dsp:txBody>
      <dsp:txXfrm>
        <a:off x="7056882" y="794844"/>
        <a:ext cx="2061843" cy="782625"/>
      </dsp:txXfrm>
    </dsp:sp>
    <dsp:sp modelId="{475E8E51-20E3-4DE0-864B-96F4A9F6986E}">
      <dsp:nvSpPr>
        <dsp:cNvPr id="0" name=""/>
        <dsp:cNvSpPr/>
      </dsp:nvSpPr>
      <dsp:spPr>
        <a:xfrm>
          <a:off x="7056882" y="1577470"/>
          <a:ext cx="2061843" cy="2334622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/>
            <a:t>Strengthen relationships with local doctors and clinics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/>
            <a:t>CME workshops and joint conferences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/>
            <a:t>Digital referral Applications</a:t>
          </a:r>
        </a:p>
      </dsp:txBody>
      <dsp:txXfrm>
        <a:off x="7056882" y="1577470"/>
        <a:ext cx="2061843" cy="2334622"/>
      </dsp:txXfrm>
    </dsp:sp>
    <dsp:sp modelId="{091BC43F-6812-4F3B-8F27-3EBEAF0E0AF8}">
      <dsp:nvSpPr>
        <dsp:cNvPr id="0" name=""/>
        <dsp:cNvSpPr/>
      </dsp:nvSpPr>
      <dsp:spPr>
        <a:xfrm>
          <a:off x="9407383" y="794844"/>
          <a:ext cx="2061843" cy="782625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CONTINOUS MONITOURING AND ANALYSIS</a:t>
          </a:r>
          <a:endParaRPr lang="en-IN" sz="1200" kern="1200" dirty="0"/>
        </a:p>
      </dsp:txBody>
      <dsp:txXfrm>
        <a:off x="9407383" y="794844"/>
        <a:ext cx="2061843" cy="782625"/>
      </dsp:txXfrm>
    </dsp:sp>
    <dsp:sp modelId="{2F962198-66E2-44EA-9CC2-121A85AC7C34}">
      <dsp:nvSpPr>
        <dsp:cNvPr id="0" name=""/>
        <dsp:cNvSpPr/>
      </dsp:nvSpPr>
      <dsp:spPr>
        <a:xfrm>
          <a:off x="9407383" y="1577470"/>
          <a:ext cx="2061843" cy="2334622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/>
            <a:t>Robust patient data monitoring system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/>
            <a:t>Identify gaps early and plan accordingly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/>
            <a:t>Adjustenment of resource allocation based on performance data</a:t>
          </a:r>
          <a:endParaRPr lang="en-IN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1200" kern="1200" dirty="0"/>
        </a:p>
      </dsp:txBody>
      <dsp:txXfrm>
        <a:off x="9407383" y="1577470"/>
        <a:ext cx="2061843" cy="23346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D5A2E05-2C6E-484E-9BB1-366C90717B9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043844-B7FE-EC43-89AA-8831B859F94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B138B2-18CD-1D41-89B0-ADB5F3BA92A3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AC2EDC-03FB-D147-9BAA-37FCFF988C7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8E195D-E935-D746-A5D1-61E2EBF7EF6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57D167-9BB5-2048-9DDA-7DF8E5D94D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5121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E7A355-8776-CB43-838E-ED9EE2F8390B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303FA8-A3F3-7640-B13D-36C73B3E558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0178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303FA8-A3F3-7640-B13D-36C73B3E558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36644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303FA8-A3F3-7640-B13D-36C73B3E558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8302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gettyimages-1061332616-2048x2048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303FA8-A3F3-7640-B13D-36C73B3E558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4774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4B1A2-AB8D-2DD1-D4E7-F1FF3AD5F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F2CF1B-C71F-7209-3757-EA87C74E83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3B1D23-A1E2-87D6-03AF-FCA6F22C38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836FB3-FF14-312E-B013-E4CB60A972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303FA8-A3F3-7640-B13D-36C73B3E558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13377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12C70-834A-52A5-40EF-3F33FE278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37F343-8D49-C982-79F4-5E2C0F1AB1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2E349A-B35D-FCA8-FBFA-DF5467C76F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64BC93-60E5-FBCF-14A9-8BA144B92C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303FA8-A3F3-7640-B13D-36C73B3E558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5999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CC33A90-B87E-634E-AF2A-F4C3C8923FED}"/>
              </a:ext>
            </a:extLst>
          </p:cNvPr>
          <p:cNvSpPr/>
          <p:nvPr userDrawn="1"/>
        </p:nvSpPr>
        <p:spPr>
          <a:xfrm>
            <a:off x="0" y="914400"/>
            <a:ext cx="12192000" cy="5029200"/>
          </a:xfrm>
          <a:prstGeom prst="rect">
            <a:avLst/>
          </a:prstGeom>
          <a:pattFill prst="lgGrid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147E0E-4AE4-D149-A315-F2528623D5EA}"/>
              </a:ext>
            </a:extLst>
          </p:cNvPr>
          <p:cNvSpPr/>
          <p:nvPr userDrawn="1"/>
        </p:nvSpPr>
        <p:spPr>
          <a:xfrm>
            <a:off x="763425" y="2818150"/>
            <a:ext cx="6207001" cy="25718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3ED0903-C4AC-F843-878E-D66CB7BFB0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8430" y="3277472"/>
            <a:ext cx="5651293" cy="1086304"/>
          </a:xfrm>
          <a:prstGeom prst="rect">
            <a:avLst/>
          </a:prstGeom>
        </p:spPr>
        <p:txBody>
          <a:bodyPr lIns="91440" rIns="91440">
            <a:noAutofit/>
          </a:bodyPr>
          <a:lstStyle>
            <a:lvl1pPr algn="l">
              <a:defRPr sz="8800" b="1" i="0" spc="150" baseline="0">
                <a:solidFill>
                  <a:schemeClr val="accent3">
                    <a:lumMod val="90000"/>
                  </a:schemeClr>
                </a:solidFill>
                <a:latin typeface="+mj-lt"/>
                <a:ea typeface="Meiryo UI" panose="020B0604030504040204" pitchFamily="34" charset="-128"/>
              </a:defRPr>
            </a:lvl1pPr>
          </a:lstStyle>
          <a:p>
            <a:r>
              <a:rPr lang="en-US" noProof="0" dirty="0"/>
              <a:t>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8F278E7-697F-D34E-BB55-5D254AF87F9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23125" y="0"/>
            <a:ext cx="6268875" cy="6858000"/>
          </a:xfrm>
          <a:custGeom>
            <a:avLst/>
            <a:gdLst>
              <a:gd name="connsiteX0" fmla="*/ 0 w 6268875"/>
              <a:gd name="connsiteY0" fmla="*/ 0 h 6858000"/>
              <a:gd name="connsiteX1" fmla="*/ 6268875 w 6268875"/>
              <a:gd name="connsiteY1" fmla="*/ 0 h 6858000"/>
              <a:gd name="connsiteX2" fmla="*/ 6268875 w 6268875"/>
              <a:gd name="connsiteY2" fmla="*/ 6858000 h 6858000"/>
              <a:gd name="connsiteX3" fmla="*/ 0 w 6268875"/>
              <a:gd name="connsiteY3" fmla="*/ 6858000 h 6858000"/>
              <a:gd name="connsiteX4" fmla="*/ 0 w 6268875"/>
              <a:gd name="connsiteY4" fmla="*/ 5389964 h 6858000"/>
              <a:gd name="connsiteX5" fmla="*/ 1047301 w 6268875"/>
              <a:gd name="connsiteY5" fmla="*/ 5389964 h 6858000"/>
              <a:gd name="connsiteX6" fmla="*/ 1047301 w 6268875"/>
              <a:gd name="connsiteY6" fmla="*/ 2814404 h 6858000"/>
              <a:gd name="connsiteX7" fmla="*/ 0 w 6268875"/>
              <a:gd name="connsiteY7" fmla="*/ 28144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68875" h="6858000">
                <a:moveTo>
                  <a:pt x="0" y="0"/>
                </a:moveTo>
                <a:lnTo>
                  <a:pt x="6268875" y="0"/>
                </a:lnTo>
                <a:lnTo>
                  <a:pt x="6268875" y="6858000"/>
                </a:lnTo>
                <a:lnTo>
                  <a:pt x="0" y="6858000"/>
                </a:lnTo>
                <a:lnTo>
                  <a:pt x="0" y="5389964"/>
                </a:lnTo>
                <a:lnTo>
                  <a:pt x="1047301" y="5389964"/>
                </a:lnTo>
                <a:lnTo>
                  <a:pt x="1047301" y="2814404"/>
                </a:lnTo>
                <a:lnTo>
                  <a:pt x="0" y="2814404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D2629F-DD57-45EB-A64D-AF459A802B6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08430" y="4450080"/>
            <a:ext cx="5651294" cy="607103"/>
          </a:xfrm>
        </p:spPr>
        <p:txBody>
          <a:bodyPr anchor="ctr">
            <a:normAutofit/>
          </a:bodyPr>
          <a:lstStyle>
            <a:lvl1pPr marL="0" indent="0">
              <a:buNone/>
              <a:defRPr sz="2400" b="0" cap="all" spc="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890117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bg2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9B59AC0-ACCA-0548-A037-BC61068B8FE2}"/>
              </a:ext>
            </a:extLst>
          </p:cNvPr>
          <p:cNvSpPr/>
          <p:nvPr userDrawn="1"/>
        </p:nvSpPr>
        <p:spPr>
          <a:xfrm>
            <a:off x="0" y="0"/>
            <a:ext cx="12192000" cy="986306"/>
          </a:xfrm>
          <a:prstGeom prst="rect">
            <a:avLst/>
          </a:prstGeom>
          <a:pattFill prst="lgGrid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57C152-0331-B74F-81FE-04A927A72C7B}"/>
              </a:ext>
            </a:extLst>
          </p:cNvPr>
          <p:cNvSpPr/>
          <p:nvPr userDrawn="1"/>
        </p:nvSpPr>
        <p:spPr>
          <a:xfrm>
            <a:off x="350520" y="279792"/>
            <a:ext cx="11475720" cy="98630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rtlCol="0" anchor="ctr"/>
          <a:lstStyle/>
          <a:p>
            <a:endParaRPr lang="en-US" sz="2400" b="1" dirty="0">
              <a:latin typeface="+mn-lt"/>
              <a:ea typeface="Meiryo" panose="020B0604030504040204" pitchFamily="34" charset="-128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FDDD9A4-1691-5D47-9605-21650E221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413" y="483440"/>
            <a:ext cx="10904438" cy="583800"/>
          </a:xfrm>
          <a:prstGeom prst="rect">
            <a:avLst/>
          </a:prstGeom>
        </p:spPr>
        <p:txBody>
          <a:bodyPr lIns="91440" rIns="91440">
            <a:noAutofit/>
          </a:bodyPr>
          <a:lstStyle>
            <a:lvl1pPr>
              <a:defRPr sz="2400" b="1" i="0" spc="150" baseline="0">
                <a:solidFill>
                  <a:schemeClr val="bg2"/>
                </a:solidFill>
                <a:latin typeface="+mj-lt"/>
                <a:ea typeface="Meiryo UI" panose="020B0604030504040204" pitchFamily="34" charset="-128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3AAAAF7-05B9-4CD1-AB96-49BDA5C87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9247" y="6356350"/>
            <a:ext cx="751415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63163FE-7A47-48F5-985E-52E1FC39A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11711" y="6356349"/>
            <a:ext cx="532140" cy="365125"/>
          </a:xfrm>
        </p:spPr>
        <p:txBody>
          <a:bodyPr/>
          <a:lstStyle/>
          <a:p>
            <a:fld id="{6F705D35-D126-3B47-A82C-2A13EA9E0A6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FDE5BD82-54F0-40F0-8673-34432C04A35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86" y="1470025"/>
            <a:ext cx="10904865" cy="4706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00720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 ">
    <p:bg>
      <p:bgPr>
        <a:solidFill>
          <a:schemeClr val="bg2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7C56A2-F952-8343-A875-78793BA51A34}"/>
              </a:ext>
            </a:extLst>
          </p:cNvPr>
          <p:cNvSpPr/>
          <p:nvPr userDrawn="1"/>
        </p:nvSpPr>
        <p:spPr>
          <a:xfrm>
            <a:off x="0" y="5871694"/>
            <a:ext cx="12192000" cy="986306"/>
          </a:xfrm>
          <a:prstGeom prst="rect">
            <a:avLst/>
          </a:prstGeom>
          <a:pattFill prst="lgGri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BB3689-72F8-2345-BF30-38C81BDD487E}"/>
              </a:ext>
            </a:extLst>
          </p:cNvPr>
          <p:cNvSpPr/>
          <p:nvPr userDrawn="1"/>
        </p:nvSpPr>
        <p:spPr>
          <a:xfrm>
            <a:off x="4921026" y="0"/>
            <a:ext cx="718969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D5A6F-AE17-4E4C-9567-DB3B02853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3659" y="6356350"/>
            <a:ext cx="44909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705D35-D126-3B47-A82C-2A13EA9E0A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56FB1BA-653F-254C-9C39-2A5BDD763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1117" y="681037"/>
            <a:ext cx="4791637" cy="583800"/>
          </a:xfrm>
          <a:prstGeom prst="rect">
            <a:avLst/>
          </a:prstGeom>
        </p:spPr>
        <p:txBody>
          <a:bodyPr lIns="91440" rIns="91440">
            <a:noAutofit/>
          </a:bodyPr>
          <a:lstStyle>
            <a:lvl1pPr>
              <a:defRPr sz="2400" b="1" i="0" spc="150" baseline="0">
                <a:solidFill>
                  <a:schemeClr val="bg2"/>
                </a:solidFill>
                <a:latin typeface="+mj-lt"/>
                <a:ea typeface="Meiryo UI" panose="020B0604030504040204" pitchFamily="34" charset="-128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CB2BF900-EE78-604F-A9A8-83394228A6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42925" y="571500"/>
            <a:ext cx="5553075" cy="5715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 altLang="ja-JP" noProof="0"/>
              <a:t>Click icon to add picture</a:t>
            </a:r>
            <a:endParaRPr lang="en-US" altLang="ja-JP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ABA8C-1BE3-46E4-80B3-44A791B60E0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2925" y="6356350"/>
            <a:ext cx="73152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2692E44-7FE3-4F90-97B5-E996A2DCEA8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761117" y="1265238"/>
            <a:ext cx="4791637" cy="49117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96706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bg2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2F96941-79C9-A34B-8AB5-C167A4D72D51}"/>
              </a:ext>
            </a:extLst>
          </p:cNvPr>
          <p:cNvSpPr/>
          <p:nvPr userDrawn="1"/>
        </p:nvSpPr>
        <p:spPr>
          <a:xfrm>
            <a:off x="0" y="0"/>
            <a:ext cx="12192000" cy="986306"/>
          </a:xfrm>
          <a:prstGeom prst="rect">
            <a:avLst/>
          </a:prstGeom>
          <a:pattFill prst="lgGri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8A28A8-5C75-FC4B-9A28-8F343DF4B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D5A6F-AE17-4E4C-9567-DB3B02853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05D35-D126-3B47-A82C-2A13EA9E0A6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57C152-0331-B74F-81FE-04A927A72C7B}"/>
              </a:ext>
            </a:extLst>
          </p:cNvPr>
          <p:cNvSpPr/>
          <p:nvPr userDrawn="1"/>
        </p:nvSpPr>
        <p:spPr>
          <a:xfrm>
            <a:off x="350520" y="279792"/>
            <a:ext cx="11475720" cy="98630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rtlCol="0" anchor="ctr"/>
          <a:lstStyle/>
          <a:p>
            <a:endParaRPr lang="en-US" sz="2400" b="1" dirty="0">
              <a:solidFill>
                <a:schemeClr val="bg1"/>
              </a:solidFill>
              <a:latin typeface="+mn-lt"/>
              <a:ea typeface="Meiryo" panose="020B0604030504040204" pitchFamily="34" charset="-128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FDDD9A4-1691-5D47-9605-21650E221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413" y="483440"/>
            <a:ext cx="10904438" cy="583800"/>
          </a:xfrm>
          <a:prstGeom prst="rect">
            <a:avLst/>
          </a:prstGeom>
        </p:spPr>
        <p:txBody>
          <a:bodyPr lIns="91440" rIns="91440">
            <a:noAutofit/>
          </a:bodyPr>
          <a:lstStyle>
            <a:lvl1pPr>
              <a:defRPr sz="2400" b="1" i="0" spc="150" baseline="0">
                <a:solidFill>
                  <a:schemeClr val="bg2"/>
                </a:solidFill>
                <a:latin typeface="+mj-lt"/>
                <a:ea typeface="Meiryo UI" panose="020B0604030504040204" pitchFamily="34" charset="-128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2F811A9-08B1-C746-B30D-69D7B4A6CD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2038570"/>
            <a:ext cx="5042646" cy="703135"/>
          </a:xfrm>
          <a:prstGeom prst="rect">
            <a:avLst/>
          </a:prstGeo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1800" b="1" i="0" cap="all" spc="150" baseline="0">
                <a:solidFill>
                  <a:schemeClr val="accent3">
                    <a:lumMod val="50000"/>
                  </a:schemeClr>
                </a:solidFill>
                <a:latin typeface="+mj-lt"/>
                <a:ea typeface="Meiryo UI" panose="020B0604030504040204" pitchFamily="34" charset="-12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4F0B191-C947-1640-8AD2-EEEAA1ED57C9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501205" y="2038570"/>
            <a:ext cx="5042646" cy="703135"/>
          </a:xfrm>
          <a:prstGeom prst="rect">
            <a:avLst/>
          </a:prstGeo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1800" b="1" i="0" cap="all" spc="150" baseline="0">
                <a:solidFill>
                  <a:schemeClr val="accent3">
                    <a:lumMod val="50000"/>
                  </a:schemeClr>
                </a:solidFill>
                <a:latin typeface="+mj-lt"/>
                <a:ea typeface="Meiryo UI" panose="020B0604030504040204" pitchFamily="34" charset="-12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8B92D52-6B55-2C4B-95E4-CE89611E590B}"/>
              </a:ext>
            </a:extLst>
          </p:cNvPr>
          <p:cNvCxnSpPr>
            <a:cxnSpLocks/>
          </p:cNvCxnSpPr>
          <p:nvPr userDrawn="1"/>
        </p:nvCxnSpPr>
        <p:spPr>
          <a:xfrm>
            <a:off x="6167716" y="1613647"/>
            <a:ext cx="0" cy="4904068"/>
          </a:xfrm>
          <a:prstGeom prst="line">
            <a:avLst/>
          </a:prstGeom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2E17E1D-5E9C-4782-A550-1FA7C170295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200" y="2894471"/>
            <a:ext cx="5041900" cy="309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9AE8FA97-2778-4811-810F-CA386FE3C23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1205" y="2894471"/>
            <a:ext cx="5041900" cy="309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56403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">
    <p:bg>
      <p:bgPr>
        <a:solidFill>
          <a:schemeClr val="bg2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4A22209-F6F4-814A-9719-87CDCD23C55F}"/>
              </a:ext>
            </a:extLst>
          </p:cNvPr>
          <p:cNvSpPr/>
          <p:nvPr userDrawn="1"/>
        </p:nvSpPr>
        <p:spPr>
          <a:xfrm>
            <a:off x="0" y="914400"/>
            <a:ext cx="12192000" cy="5029200"/>
          </a:xfrm>
          <a:prstGeom prst="rect">
            <a:avLst/>
          </a:prstGeom>
          <a:pattFill prst="lgGrid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817374-D7A2-2F4D-91C6-E24955F0018B}"/>
              </a:ext>
            </a:extLst>
          </p:cNvPr>
          <p:cNvSpPr/>
          <p:nvPr userDrawn="1"/>
        </p:nvSpPr>
        <p:spPr>
          <a:xfrm>
            <a:off x="5951621" y="1803214"/>
            <a:ext cx="6240379" cy="32528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FBA462-7E60-BA4E-9A1E-3B5E69DACB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D5A6F-AE17-4E4C-9567-DB3B02853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05D35-D126-3B47-A82C-2A13EA9E0A6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56FB1BA-653F-254C-9C39-2A5BDD763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4545" y="2028031"/>
            <a:ext cx="5058209" cy="583800"/>
          </a:xfrm>
          <a:prstGeom prst="rect">
            <a:avLst/>
          </a:prstGeom>
        </p:spPr>
        <p:txBody>
          <a:bodyPr lIns="91440" rIns="91440">
            <a:noAutofit/>
          </a:bodyPr>
          <a:lstStyle>
            <a:lvl1pPr>
              <a:defRPr sz="2400" b="1" i="0" spc="150" baseline="0">
                <a:solidFill>
                  <a:schemeClr val="bg2"/>
                </a:solidFill>
                <a:latin typeface="+mj-lt"/>
                <a:ea typeface="Meiryo UI" panose="020B0604030504040204" pitchFamily="34" charset="-128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AD5E91DA-7D30-8C45-9BE7-5F82AA824B1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42925" y="0"/>
            <a:ext cx="5408696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B3A0EA-D5DD-4E60-90A9-6338842407F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494463" y="2611438"/>
            <a:ext cx="5058209" cy="21653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15007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4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8A28A8-5C75-FC4B-9A28-8F343DF4B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D5A6F-AE17-4E4C-9567-DB3B02853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05D35-D126-3B47-A82C-2A13EA9E0A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27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9EAC25-66D1-1245-97FD-3B5840132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2069B3-0468-584A-914E-91C8C91C7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7A988C-554B-E64F-A698-DE3EF9CA07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157E6-BBF7-AB4A-B5DD-B39A65C17B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04706" y="6356350"/>
            <a:ext cx="4490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705D35-D126-3B47-A82C-2A13EA9E0A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565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8" r:id="rId2"/>
    <p:sldLayoutId id="2147483661" r:id="rId3"/>
    <p:sldLayoutId id="2147483690" r:id="rId4"/>
    <p:sldLayoutId id="2147483692" r:id="rId5"/>
    <p:sldLayoutId id="2147483655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Meiryo UI" panose="020B0604030504040204" pitchFamily="34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500"/>
        </a:spcBef>
        <a:buClr>
          <a:schemeClr val="accent3">
            <a:lumMod val="75000"/>
          </a:schemeClr>
        </a:buClr>
        <a:buFont typeface="Wingdings" panose="05000000000000000000" pitchFamily="2" charset="2"/>
        <a:buChar char="§"/>
        <a:defRPr sz="1500" kern="1200" spc="150" baseline="0">
          <a:solidFill>
            <a:schemeClr val="tx1"/>
          </a:solidFill>
          <a:latin typeface="+mn-lt"/>
          <a:ea typeface="Meiryo UI" panose="020B0604030504040204" pitchFamily="34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3">
            <a:lumMod val="75000"/>
          </a:schemeClr>
        </a:buClr>
        <a:buFont typeface="Wingdings" panose="05000000000000000000" pitchFamily="2" charset="2"/>
        <a:buChar char="§"/>
        <a:defRPr sz="1500" kern="1200" spc="150" baseline="0">
          <a:solidFill>
            <a:schemeClr val="tx1"/>
          </a:solidFill>
          <a:latin typeface="+mn-lt"/>
          <a:ea typeface="Meiryo UI" panose="020B0604030504040204" pitchFamily="34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3">
            <a:lumMod val="75000"/>
          </a:schemeClr>
        </a:buClr>
        <a:buFont typeface="Wingdings" panose="05000000000000000000" pitchFamily="2" charset="2"/>
        <a:buChar char="§"/>
        <a:defRPr sz="1400" kern="1200" spc="150" baseline="0">
          <a:solidFill>
            <a:schemeClr val="tx1"/>
          </a:solidFill>
          <a:latin typeface="+mn-lt"/>
          <a:ea typeface="Meiryo UI" panose="020B0604030504040204" pitchFamily="34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3">
            <a:lumMod val="75000"/>
          </a:schemeClr>
        </a:buClr>
        <a:buFont typeface="Wingdings" panose="05000000000000000000" pitchFamily="2" charset="2"/>
        <a:buChar char="§"/>
        <a:defRPr sz="1400" kern="1200" spc="150" baseline="0">
          <a:solidFill>
            <a:schemeClr val="tx1"/>
          </a:solidFill>
          <a:latin typeface="+mn-lt"/>
          <a:ea typeface="Meiryo UI" panose="020B0604030504040204" pitchFamily="34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3">
            <a:lumMod val="75000"/>
          </a:schemeClr>
        </a:buClr>
        <a:buFont typeface="Wingdings" panose="05000000000000000000" pitchFamily="2" charset="2"/>
        <a:buChar char="§"/>
        <a:defRPr sz="1400" kern="1200" spc="150" baseline="0">
          <a:solidFill>
            <a:schemeClr val="tx1"/>
          </a:solidFill>
          <a:latin typeface="+mn-lt"/>
          <a:ea typeface="Meiryo UI" panose="020B0604030504040204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802AA36A-8685-4D91-92E4-CBC45883B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069" y="1453857"/>
            <a:ext cx="5651293" cy="1086304"/>
          </a:xfrm>
        </p:spPr>
        <p:txBody>
          <a:bodyPr/>
          <a:lstStyle/>
          <a:p>
            <a:r>
              <a:rPr lang="en-US" sz="3600" dirty="0"/>
              <a:t>BDM CAPSTONE PROJECT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F1EEC5C-B452-49AC-85CC-33670A64C4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08069" y="2902598"/>
            <a:ext cx="6072958" cy="1569064"/>
          </a:xfrm>
        </p:spPr>
        <p:txBody>
          <a:bodyPr>
            <a:normAutofit/>
          </a:bodyPr>
          <a:lstStyle/>
          <a:p>
            <a:r>
              <a:rPr lang="en-US" sz="1200" b="1" dirty="0"/>
              <a:t>Spatial and Demographic Analysis of Hospital Registration Data for Optimizing Healthcare Outreach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120E820F-B28F-4486-9338-B0657800FFD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/>
          <a:stretch/>
        </p:blipFill>
        <p:spPr/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9DD17FE-C7FF-EEA5-479A-31745F99B083}"/>
              </a:ext>
            </a:extLst>
          </p:cNvPr>
          <p:cNvSpPr txBox="1"/>
          <p:nvPr/>
        </p:nvSpPr>
        <p:spPr>
          <a:xfrm>
            <a:off x="1008069" y="4477261"/>
            <a:ext cx="58164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spc="300" dirty="0">
                <a:solidFill>
                  <a:schemeClr val="bg1"/>
                </a:solidFill>
              </a:rPr>
              <a:t>ORGANISATION: YATHARTH SUPER-SPECIALTY HOSPITAL, FARIDABAD</a:t>
            </a:r>
          </a:p>
        </p:txBody>
      </p:sp>
    </p:spTree>
    <p:extLst>
      <p:ext uri="{BB962C8B-B14F-4D97-AF65-F5344CB8AC3E}">
        <p14:creationId xmlns:p14="http://schemas.microsoft.com/office/powerpoint/2010/main" val="17712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2627AE97-340B-E245-B9C6-A4E8743E1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ja-JP" spc="600" dirty="0"/>
              <a:t>BUSINESS PROBLEM STATEMENTS</a:t>
            </a:r>
            <a:endParaRPr lang="en-US" altLang="ja-JP" spc="600" dirty="0">
              <a:latin typeface="+mn-lt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19ADAFC-DC1D-4249-B968-F885B3594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171023"/>
            <a:ext cx="5042646" cy="703135"/>
          </a:xfrm>
        </p:spPr>
        <p:txBody>
          <a:bodyPr/>
          <a:lstStyle/>
          <a:p>
            <a:pPr algn="ctr"/>
            <a:r>
              <a:rPr lang="en-US" dirty="0"/>
              <a:t>Spatial analysis	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81ECBBB6-1140-7745-B57A-8FE68E837E23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501205" y="2192584"/>
            <a:ext cx="5042646" cy="703135"/>
          </a:xfrm>
        </p:spPr>
        <p:txBody>
          <a:bodyPr/>
          <a:lstStyle/>
          <a:p>
            <a:pPr algn="ctr"/>
            <a:r>
              <a:rPr lang="en-US" dirty="0"/>
              <a:t>DEMOGRAPHIC ANALYSIS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017211D-9C44-B641-A078-4EA6FEE3BBF9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37454" y="2895719"/>
            <a:ext cx="5041900" cy="3447067"/>
          </a:xfrm>
        </p:spPr>
        <p:txBody>
          <a:bodyPr/>
          <a:lstStyle/>
          <a:p>
            <a:pPr algn="just"/>
            <a:r>
              <a:rPr lang="en-US" dirty="0"/>
              <a:t>Identifying high and low performing geographic regions to optimize spatial outreach.</a:t>
            </a:r>
          </a:p>
          <a:p>
            <a:pPr algn="just"/>
            <a:r>
              <a:rPr lang="en-US" dirty="0"/>
              <a:t> Analyzing the Patient distribution across Faridabad and its sub-regions.</a:t>
            </a:r>
          </a:p>
          <a:p>
            <a:pPr algn="just"/>
            <a:endParaRPr lang="en-US" dirty="0"/>
          </a:p>
          <a:p>
            <a:pPr algn="just"/>
            <a:endParaRPr lang="ja-JP" altLang="en-US" dirty="0"/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78F30852-7324-B342-92E6-181AD0A5705C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500459" y="2895719"/>
            <a:ext cx="5041900" cy="3447067"/>
          </a:xfrm>
        </p:spPr>
        <p:txBody>
          <a:bodyPr/>
          <a:lstStyle/>
          <a:p>
            <a:pPr algn="just"/>
            <a:r>
              <a:rPr lang="en-US" dirty="0"/>
              <a:t>Understanding demographic gaps to develop targeted outreach programs.</a:t>
            </a:r>
          </a:p>
          <a:p>
            <a:pPr algn="just"/>
            <a:r>
              <a:rPr lang="en-IN" altLang="ja-JP" dirty="0"/>
              <a:t>Analyzing the distribution of Patients across Age and Gender Groups.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C4F6CA5-16CA-407B-F5B9-6BEF1B668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05D35-D126-3B47-A82C-2A13EA9E0A67}" type="slidenum">
              <a:rPr lang="en-US" smtClean="0"/>
              <a:t>2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1DA5CB-2908-BA16-907B-A572EE8011D8}"/>
              </a:ext>
            </a:extLst>
          </p:cNvPr>
          <p:cNvSpPr txBox="1"/>
          <p:nvPr/>
        </p:nvSpPr>
        <p:spPr>
          <a:xfrm>
            <a:off x="838946" y="1641040"/>
            <a:ext cx="10704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Revenue Growth = Increasing Patient Inflow = Increasing Outreach = Where is it needed?</a:t>
            </a:r>
          </a:p>
        </p:txBody>
      </p:sp>
    </p:spTree>
    <p:extLst>
      <p:ext uri="{BB962C8B-B14F-4D97-AF65-F5344CB8AC3E}">
        <p14:creationId xmlns:p14="http://schemas.microsoft.com/office/powerpoint/2010/main" val="2799639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5064C-0C77-40EF-B78A-227F2C923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pc="600" dirty="0"/>
              <a:t>DATA COLLECTION AND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FDDD6-E8E3-4FD4-A371-90094C459EE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algn="just"/>
            <a:r>
              <a:rPr lang="en-US" spc="0" dirty="0"/>
              <a:t>Patient Registration Data includes Registration Number, Registration Date, Date of Birth, Age, Gender and Address with 10319 patient records</a:t>
            </a:r>
          </a:p>
          <a:p>
            <a:pPr algn="just"/>
            <a:r>
              <a:rPr lang="en-US" spc="0" dirty="0"/>
              <a:t> Time Period: 11 months (July 2024 – May 2025)</a:t>
            </a:r>
          </a:p>
          <a:p>
            <a:pPr algn="just"/>
            <a:r>
              <a:rPr lang="en-US" spc="0" dirty="0"/>
              <a:t>Challenges: Format Inconsistencies and Missing Fields</a:t>
            </a:r>
          </a:p>
          <a:p>
            <a:pPr algn="just"/>
            <a:endParaRPr lang="en-US" b="1" spc="3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5DE17D-6CA4-3628-C6E3-633A915E1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05D35-D126-3B47-A82C-2A13EA9E0A67}" type="slidenum">
              <a:rPr lang="en-US" smtClean="0"/>
              <a:t>3</a:t>
            </a:fld>
            <a:endParaRPr lang="en-US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2659B516-ABDD-0259-3BE7-76F95051CF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12825220"/>
              </p:ext>
            </p:extLst>
          </p:nvPr>
        </p:nvGraphicFramePr>
        <p:xfrm>
          <a:off x="1838467" y="3189249"/>
          <a:ext cx="8505902" cy="29490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28633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16E5C7-381C-FC1D-0BB6-E111FB3DF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05D35-D126-3B47-A82C-2A13EA9E0A67}" type="slidenum">
              <a:rPr lang="en-US" smtClean="0"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C39C5C1-FEBF-34B8-797C-7D736384A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CONTRIBUTION FROM DIFFERENT REGIONS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F91D3D-16BC-4603-97E7-E684664F73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575490"/>
            <a:ext cx="5042646" cy="703135"/>
          </a:xfrm>
        </p:spPr>
        <p:txBody>
          <a:bodyPr/>
          <a:lstStyle/>
          <a:p>
            <a:pPr algn="ctr"/>
            <a:r>
              <a:rPr lang="en-IN" dirty="0"/>
              <a:t>FARIDABAD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ABD227-6F13-9E35-440F-34A6D57A7907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501205" y="1575490"/>
            <a:ext cx="5042646" cy="703135"/>
          </a:xfrm>
        </p:spPr>
        <p:txBody>
          <a:bodyPr/>
          <a:lstStyle/>
          <a:p>
            <a:pPr algn="ctr"/>
            <a:r>
              <a:rPr lang="en-IN" dirty="0"/>
              <a:t>GREATER FARIDABAD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37A1DAD-CF0F-215D-131D-D88ED092F136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/>
          <a:stretch>
            <a:fillRect/>
          </a:stretch>
        </p:blipFill>
        <p:spPr>
          <a:xfrm>
            <a:off x="413342" y="2278625"/>
            <a:ext cx="5467505" cy="2678903"/>
          </a:xfr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75FB13AE-29C1-72D2-F62B-C6DAC36CEF45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4"/>
          <a:stretch>
            <a:fillRect/>
          </a:stretch>
        </p:blipFill>
        <p:spPr>
          <a:xfrm>
            <a:off x="6501205" y="2278625"/>
            <a:ext cx="5278592" cy="2678903"/>
          </a:xfrm>
        </p:spPr>
      </p:pic>
      <p:sp>
        <p:nvSpPr>
          <p:cNvPr id="13" name="Content Placeholder 15">
            <a:extLst>
              <a:ext uri="{FF2B5EF4-FFF2-40B4-BE49-F238E27FC236}">
                <a16:creationId xmlns:a16="http://schemas.microsoft.com/office/drawing/2014/main" id="{F27C9D28-0D84-7C49-DE3F-00D01C79389C}"/>
              </a:ext>
            </a:extLst>
          </p:cNvPr>
          <p:cNvSpPr txBox="1">
            <a:spLocks/>
          </p:cNvSpPr>
          <p:nvPr/>
        </p:nvSpPr>
        <p:spPr>
          <a:xfrm>
            <a:off x="411849" y="5051502"/>
            <a:ext cx="5467505" cy="12912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§"/>
              <a:defRPr sz="1500" kern="1200" spc="150" baseline="0">
                <a:solidFill>
                  <a:schemeClr val="tx1"/>
                </a:solidFill>
                <a:latin typeface="+mn-lt"/>
                <a:ea typeface="Meiryo UI" panose="020B0604030504040204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§"/>
              <a:defRPr sz="1500" kern="1200" spc="150" baseline="0">
                <a:solidFill>
                  <a:schemeClr val="tx1"/>
                </a:solidFill>
                <a:latin typeface="+mn-lt"/>
                <a:ea typeface="Meiryo UI" panose="020B0604030504040204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§"/>
              <a:defRPr sz="1400" kern="1200" spc="150" baseline="0">
                <a:solidFill>
                  <a:schemeClr val="tx1"/>
                </a:solidFill>
                <a:latin typeface="+mn-lt"/>
                <a:ea typeface="Meiryo UI" panose="020B0604030504040204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§"/>
              <a:defRPr sz="1400" kern="1200" spc="150" baseline="0">
                <a:solidFill>
                  <a:schemeClr val="tx1"/>
                </a:solidFill>
                <a:latin typeface="+mn-lt"/>
                <a:ea typeface="Meiryo UI" panose="020B0604030504040204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§"/>
              <a:defRPr sz="1400" kern="1200" spc="150" baseline="0">
                <a:solidFill>
                  <a:schemeClr val="tx1"/>
                </a:solidFill>
                <a:latin typeface="+mn-lt"/>
                <a:ea typeface="Meiryo UI" panose="020B0604030504040204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400" dirty="0"/>
              <a:t>Dominated by Greater Faridabad due to its location</a:t>
            </a:r>
          </a:p>
          <a:p>
            <a:pPr>
              <a:lnSpc>
                <a:spcPct val="100000"/>
              </a:lnSpc>
            </a:pPr>
            <a:r>
              <a:rPr lang="en-IN" altLang="ja-JP" dirty="0"/>
              <a:t>Other = Contribution &lt; 300 (~2.9%)</a:t>
            </a:r>
          </a:p>
        </p:txBody>
      </p:sp>
      <p:sp>
        <p:nvSpPr>
          <p:cNvPr id="14" name="Content Placeholder 15">
            <a:extLst>
              <a:ext uri="{FF2B5EF4-FFF2-40B4-BE49-F238E27FC236}">
                <a16:creationId xmlns:a16="http://schemas.microsoft.com/office/drawing/2014/main" id="{24531B1C-8A4B-7836-1DA8-333493EE3912}"/>
              </a:ext>
            </a:extLst>
          </p:cNvPr>
          <p:cNvSpPr txBox="1">
            <a:spLocks/>
          </p:cNvSpPr>
          <p:nvPr/>
        </p:nvSpPr>
        <p:spPr>
          <a:xfrm>
            <a:off x="6501205" y="5051502"/>
            <a:ext cx="5467505" cy="12912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§"/>
              <a:defRPr sz="1500" kern="1200" spc="150" baseline="0">
                <a:solidFill>
                  <a:schemeClr val="tx1"/>
                </a:solidFill>
                <a:latin typeface="+mn-lt"/>
                <a:ea typeface="Meiryo UI" panose="020B0604030504040204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§"/>
              <a:defRPr sz="1500" kern="1200" spc="150" baseline="0">
                <a:solidFill>
                  <a:schemeClr val="tx1"/>
                </a:solidFill>
                <a:latin typeface="+mn-lt"/>
                <a:ea typeface="Meiryo UI" panose="020B0604030504040204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§"/>
              <a:defRPr sz="1400" kern="1200" spc="150" baseline="0">
                <a:solidFill>
                  <a:schemeClr val="tx1"/>
                </a:solidFill>
                <a:latin typeface="+mn-lt"/>
                <a:ea typeface="Meiryo UI" panose="020B0604030504040204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§"/>
              <a:defRPr sz="1400" kern="1200" spc="150" baseline="0">
                <a:solidFill>
                  <a:schemeClr val="tx1"/>
                </a:solidFill>
                <a:latin typeface="+mn-lt"/>
                <a:ea typeface="Meiryo UI" panose="020B0604030504040204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§"/>
              <a:defRPr sz="1400" kern="1200" spc="150" baseline="0">
                <a:solidFill>
                  <a:schemeClr val="tx1"/>
                </a:solidFill>
                <a:latin typeface="+mn-lt"/>
                <a:ea typeface="Meiryo UI" panose="020B0604030504040204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400" dirty="0"/>
              <a:t>Dominated by Sector 88 and Sector 89</a:t>
            </a:r>
          </a:p>
          <a:p>
            <a:pPr>
              <a:lnSpc>
                <a:spcPct val="100000"/>
              </a:lnSpc>
            </a:pPr>
            <a:r>
              <a:rPr lang="en-IN" altLang="ja-JP" dirty="0"/>
              <a:t>Other = Contribution &lt; 300 (~4.71%)</a:t>
            </a:r>
          </a:p>
        </p:txBody>
      </p:sp>
    </p:spTree>
    <p:extLst>
      <p:ext uri="{BB962C8B-B14F-4D97-AF65-F5344CB8AC3E}">
        <p14:creationId xmlns:p14="http://schemas.microsoft.com/office/powerpoint/2010/main" val="3554437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4095A0CF-E335-0C44-AB23-48EE18153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4837" y="692188"/>
            <a:ext cx="5121894" cy="583800"/>
          </a:xfrm>
        </p:spPr>
        <p:txBody>
          <a:bodyPr/>
          <a:lstStyle/>
          <a:p>
            <a:pPr algn="ctr"/>
            <a:r>
              <a:rPr lang="en-US" sz="2800" spc="600" dirty="0"/>
              <a:t>TEMPORAL TRENDS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3E408D6E-B51C-CD4F-AC1A-15EC32AAB741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749966" y="1254087"/>
            <a:ext cx="4791637" cy="4911725"/>
          </a:xfrm>
        </p:spPr>
        <p:txBody>
          <a:bodyPr>
            <a:normAutofit/>
          </a:bodyPr>
          <a:lstStyle/>
          <a:p>
            <a:pPr algn="just"/>
            <a:r>
              <a:rPr lang="en-US" spc="300" dirty="0"/>
              <a:t>October Dip due to Diwali and Dusshera festivities</a:t>
            </a:r>
          </a:p>
          <a:p>
            <a:pPr algn="just"/>
            <a:r>
              <a:rPr lang="en-US" spc="300" dirty="0"/>
              <a:t>Increased footfall in March due to seasonal factor, making it a favorable business month</a:t>
            </a:r>
          </a:p>
          <a:p>
            <a:pPr marL="0" indent="0" algn="just">
              <a:buNone/>
            </a:pPr>
            <a:endParaRPr lang="en-US" spc="300" dirty="0"/>
          </a:p>
          <a:p>
            <a:pPr algn="just"/>
            <a:r>
              <a:rPr lang="en-US" spc="300" dirty="0"/>
              <a:t>Sector 88: noticeable peaks and fluctuation</a:t>
            </a:r>
          </a:p>
          <a:p>
            <a:pPr algn="just"/>
            <a:r>
              <a:rPr lang="en-US" spc="300" dirty="0"/>
              <a:t>Neighboring sectors: Consistent patient inflow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EB446F87-E920-4084-8574-3F3BA2741E6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/>
          <a:stretch/>
        </p:blipFill>
        <p:spPr>
          <a:xfrm>
            <a:off x="542926" y="681037"/>
            <a:ext cx="5121894" cy="2747963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617B0F-3765-800E-72F0-0039D2405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05D35-D126-3B47-A82C-2A13EA9E0A67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D261A5-9225-7B9D-B9D3-7063DC4133F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2926" y="3668752"/>
            <a:ext cx="5121894" cy="2497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113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FED1D-9217-6017-7DA0-71024BDB6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405BD99-D1D7-E3A6-0439-59D8D9E78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05D35-D126-3B47-A82C-2A13EA9E0A67}" type="slidenum">
              <a:rPr lang="en-US" smtClean="0"/>
              <a:t>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27C89DF-9044-6723-6D2C-6CF77128B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pc="600" dirty="0"/>
              <a:t>CONTRIBUTION FROM DIFFERENT REGIONS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464D9BE-4A53-DFF4-90AE-A301601ECF59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/>
          <a:srcRect/>
          <a:stretch/>
        </p:blipFill>
        <p:spPr>
          <a:xfrm>
            <a:off x="413342" y="1944582"/>
            <a:ext cx="5467505" cy="2678903"/>
          </a:xfr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E7C80BB3-8347-24E3-5B2F-0C980A878217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4"/>
          <a:srcRect/>
          <a:stretch/>
        </p:blipFill>
        <p:spPr>
          <a:xfrm>
            <a:off x="6501205" y="1944582"/>
            <a:ext cx="5278592" cy="2678903"/>
          </a:xfrm>
        </p:spPr>
      </p:pic>
      <p:sp>
        <p:nvSpPr>
          <p:cNvPr id="13" name="Content Placeholder 15">
            <a:extLst>
              <a:ext uri="{FF2B5EF4-FFF2-40B4-BE49-F238E27FC236}">
                <a16:creationId xmlns:a16="http://schemas.microsoft.com/office/drawing/2014/main" id="{D9287846-2643-E082-57FB-CEBAF6D63203}"/>
              </a:ext>
            </a:extLst>
          </p:cNvPr>
          <p:cNvSpPr txBox="1">
            <a:spLocks/>
          </p:cNvSpPr>
          <p:nvPr/>
        </p:nvSpPr>
        <p:spPr>
          <a:xfrm>
            <a:off x="435720" y="4739268"/>
            <a:ext cx="5467505" cy="163529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§"/>
              <a:defRPr sz="1500" kern="1200" spc="150" baseline="0">
                <a:solidFill>
                  <a:schemeClr val="tx1"/>
                </a:solidFill>
                <a:latin typeface="+mn-lt"/>
                <a:ea typeface="Meiryo UI" panose="020B0604030504040204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§"/>
              <a:defRPr sz="1500" kern="1200" spc="150" baseline="0">
                <a:solidFill>
                  <a:schemeClr val="tx1"/>
                </a:solidFill>
                <a:latin typeface="+mn-lt"/>
                <a:ea typeface="Meiryo UI" panose="020B0604030504040204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§"/>
              <a:defRPr sz="1400" kern="1200" spc="150" baseline="0">
                <a:solidFill>
                  <a:schemeClr val="tx1"/>
                </a:solidFill>
                <a:latin typeface="+mn-lt"/>
                <a:ea typeface="Meiryo UI" panose="020B0604030504040204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§"/>
              <a:defRPr sz="1400" kern="1200" spc="150" baseline="0">
                <a:solidFill>
                  <a:schemeClr val="tx1"/>
                </a:solidFill>
                <a:latin typeface="+mn-lt"/>
                <a:ea typeface="Meiryo UI" panose="020B0604030504040204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§"/>
              <a:defRPr sz="1400" kern="1200" spc="150" baseline="0">
                <a:solidFill>
                  <a:schemeClr val="tx1"/>
                </a:solidFill>
                <a:latin typeface="+mn-lt"/>
                <a:ea typeface="Meiryo UI" panose="020B0604030504040204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Ballabgarh: inflow not recovered over time, could suggests presence of competition or weakening outreach </a:t>
            </a:r>
          </a:p>
          <a:p>
            <a:pPr>
              <a:lnSpc>
                <a:spcPct val="100000"/>
              </a:lnSpc>
            </a:pPr>
            <a:r>
              <a:rPr lang="en-IN" altLang="ja-JP" dirty="0"/>
              <a:t>Palwal: Increasing patient inflow </a:t>
            </a:r>
          </a:p>
          <a:p>
            <a:pPr>
              <a:lnSpc>
                <a:spcPct val="100000"/>
              </a:lnSpc>
            </a:pPr>
            <a:r>
              <a:rPr lang="en-IN" altLang="ja-JP" dirty="0"/>
              <a:t>NIT and Nuh: Inconsistencies in patient engagement</a:t>
            </a:r>
          </a:p>
        </p:txBody>
      </p:sp>
      <p:sp>
        <p:nvSpPr>
          <p:cNvPr id="14" name="Content Placeholder 15">
            <a:extLst>
              <a:ext uri="{FF2B5EF4-FFF2-40B4-BE49-F238E27FC236}">
                <a16:creationId xmlns:a16="http://schemas.microsoft.com/office/drawing/2014/main" id="{5AEBBC3D-5ED2-772F-675B-45902D904455}"/>
              </a:ext>
            </a:extLst>
          </p:cNvPr>
          <p:cNvSpPr txBox="1">
            <a:spLocks/>
          </p:cNvSpPr>
          <p:nvPr/>
        </p:nvSpPr>
        <p:spPr>
          <a:xfrm>
            <a:off x="6501205" y="4791771"/>
            <a:ext cx="5467505" cy="153028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§"/>
              <a:defRPr sz="1500" kern="1200" spc="150" baseline="0">
                <a:solidFill>
                  <a:schemeClr val="tx1"/>
                </a:solidFill>
                <a:latin typeface="+mn-lt"/>
                <a:ea typeface="Meiryo UI" panose="020B0604030504040204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§"/>
              <a:defRPr sz="1500" kern="1200" spc="150" baseline="0">
                <a:solidFill>
                  <a:schemeClr val="tx1"/>
                </a:solidFill>
                <a:latin typeface="+mn-lt"/>
                <a:ea typeface="Meiryo UI" panose="020B0604030504040204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§"/>
              <a:defRPr sz="1400" kern="1200" spc="150" baseline="0">
                <a:solidFill>
                  <a:schemeClr val="tx1"/>
                </a:solidFill>
                <a:latin typeface="+mn-lt"/>
                <a:ea typeface="Meiryo UI" panose="020B0604030504040204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§"/>
              <a:defRPr sz="1400" kern="1200" spc="150" baseline="0">
                <a:solidFill>
                  <a:schemeClr val="tx1"/>
                </a:solidFill>
                <a:latin typeface="+mn-lt"/>
                <a:ea typeface="Meiryo UI" panose="020B0604030504040204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§"/>
              <a:defRPr sz="1400" kern="1200" spc="150" baseline="0">
                <a:solidFill>
                  <a:schemeClr val="tx1"/>
                </a:solidFill>
                <a:latin typeface="+mn-lt"/>
                <a:ea typeface="Meiryo UI" panose="020B0604030504040204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IN" altLang="ja-JP" sz="1200" dirty="0"/>
              <a:t>Old Faridabad: negligible inflow during March</a:t>
            </a:r>
          </a:p>
          <a:p>
            <a:pPr>
              <a:lnSpc>
                <a:spcPct val="100000"/>
              </a:lnSpc>
            </a:pPr>
            <a:r>
              <a:rPr lang="en-IN" altLang="ja-JP" sz="1200" dirty="0"/>
              <a:t>Sector 37: Growing inflow after October Dip</a:t>
            </a:r>
          </a:p>
          <a:p>
            <a:pPr>
              <a:lnSpc>
                <a:spcPct val="100000"/>
              </a:lnSpc>
            </a:pPr>
            <a:r>
              <a:rPr lang="en-IN" altLang="ja-JP" sz="1200" dirty="0"/>
              <a:t>Overall inconsistencies in the footfall</a:t>
            </a:r>
          </a:p>
          <a:p>
            <a:pPr>
              <a:lnSpc>
                <a:spcPct val="100000"/>
              </a:lnSpc>
            </a:pPr>
            <a:r>
              <a:rPr lang="en-IN" altLang="ja-JP" sz="1200" dirty="0"/>
              <a:t>Palwal(40 km) vs Old Faridabad(12 km): Proximity does not guarantee engagement.</a:t>
            </a:r>
          </a:p>
        </p:txBody>
      </p:sp>
    </p:spTree>
    <p:extLst>
      <p:ext uri="{BB962C8B-B14F-4D97-AF65-F5344CB8AC3E}">
        <p14:creationId xmlns:p14="http://schemas.microsoft.com/office/powerpoint/2010/main" val="2728172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4DFB0F-AF89-D5F5-8269-3B701B764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05D35-D126-3B47-A82C-2A13EA9E0A67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271371B-E601-0B45-0A86-29390D458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5880" y="836622"/>
            <a:ext cx="5702110" cy="583800"/>
          </a:xfrm>
        </p:spPr>
        <p:txBody>
          <a:bodyPr/>
          <a:lstStyle/>
          <a:p>
            <a:pPr algn="ctr"/>
            <a:r>
              <a:rPr lang="en-IN" sz="2800" spc="600" dirty="0"/>
              <a:t>AGE DISTRIBUTION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1ABB06A-5C3B-A918-3FCC-4AFB2A05695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761117" y="1915008"/>
            <a:ext cx="4791637" cy="2919095"/>
          </a:xfrm>
        </p:spPr>
        <p:txBody>
          <a:bodyPr/>
          <a:lstStyle/>
          <a:p>
            <a:pPr algn="just"/>
            <a:r>
              <a:rPr lang="en-IN" dirty="0"/>
              <a:t>High Contributing: Young Adult, Adult &amp; Elder age group</a:t>
            </a:r>
          </a:p>
          <a:p>
            <a:pPr algn="just"/>
            <a:r>
              <a:rPr lang="en-IN" dirty="0"/>
              <a:t>Low Contributing: Toddlers, Child &amp; Teenagers</a:t>
            </a:r>
          </a:p>
          <a:p>
            <a:pPr algn="just"/>
            <a:r>
              <a:rPr lang="en-IN" dirty="0"/>
              <a:t>Underutilization of Pediatric and Neonatology services</a:t>
            </a:r>
          </a:p>
          <a:p>
            <a:pPr algn="just"/>
            <a:endParaRPr lang="en-IN" dirty="0"/>
          </a:p>
          <a:p>
            <a:pPr algn="just"/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CF940FF-8B5A-3D18-4CA3-0759F4C273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17"/>
          <a:stretch>
            <a:fillRect/>
          </a:stretch>
        </p:blipFill>
        <p:spPr>
          <a:xfrm>
            <a:off x="639247" y="1739590"/>
            <a:ext cx="5371260" cy="3269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382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8099F-050E-801F-1147-F2A3339AF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D9C6D6-94E1-2575-C8C1-4213FAE10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05D35-D126-3B47-A82C-2A13EA9E0A67}" type="slidenum">
              <a:rPr lang="en-US" smtClean="0"/>
              <a:t>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D3D408-F393-A647-8670-1CE1E6848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pc="600" dirty="0"/>
              <a:t>GENDER DISTRIBUTION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C2D6C90-D17A-C7C4-1259-808A69795D9A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/>
          <a:srcRect/>
          <a:stretch/>
        </p:blipFill>
        <p:spPr>
          <a:xfrm>
            <a:off x="413342" y="2192176"/>
            <a:ext cx="5890669" cy="3251886"/>
          </a:xfrm>
        </p:spPr>
      </p:pic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EA5727F6-AA51-F665-1D5C-76B1DD747FE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1205" y="1882209"/>
            <a:ext cx="5041900" cy="3871820"/>
          </a:xfrm>
        </p:spPr>
        <p:txBody>
          <a:bodyPr/>
          <a:lstStyle/>
          <a:p>
            <a:pPr algn="just"/>
            <a:r>
              <a:rPr lang="en-IN" dirty="0"/>
              <a:t>Relatively balanced patient inflow</a:t>
            </a:r>
          </a:p>
          <a:p>
            <a:pPr algn="just"/>
            <a:r>
              <a:rPr lang="en-IN" dirty="0"/>
              <a:t>Higher health-care seeking behaviour in Young Adult and Adult women.</a:t>
            </a:r>
          </a:p>
          <a:p>
            <a:pPr algn="just"/>
            <a:r>
              <a:rPr lang="en-IN" dirty="0"/>
              <a:t>Lower number of Females in Elder age group: mobility constraints, cultural barrier &amp; lack of female-tailored geriatric care</a:t>
            </a:r>
          </a:p>
          <a:p>
            <a:pPr algn="just"/>
            <a:r>
              <a:rPr lang="en-IN" dirty="0"/>
              <a:t>Pediatrics: gender-based healthcare gaps due to socio-cultural factors</a:t>
            </a:r>
          </a:p>
        </p:txBody>
      </p:sp>
    </p:spTree>
    <p:extLst>
      <p:ext uri="{BB962C8B-B14F-4D97-AF65-F5344CB8AC3E}">
        <p14:creationId xmlns:p14="http://schemas.microsoft.com/office/powerpoint/2010/main" val="261575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A8ECD-15DB-2562-3290-C3A9C3424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pc="600" dirty="0"/>
              <a:t>RECOMMENDATIONS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25E02E-5C9B-AC45-875D-89A505EB9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05D35-D126-3B47-A82C-2A13EA9E0A67}" type="slidenum">
              <a:rPr lang="en-US" smtClean="0"/>
              <a:t>9</a:t>
            </a:fld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2988606-DC13-1133-D77D-7D6A5722DC0B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308223813"/>
              </p:ext>
            </p:extLst>
          </p:nvPr>
        </p:nvGraphicFramePr>
        <p:xfrm>
          <a:off x="356839" y="1470025"/>
          <a:ext cx="11474605" cy="4706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49129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 descr="large city landscape">
            <a:extLst>
              <a:ext uri="{FF2B5EF4-FFF2-40B4-BE49-F238E27FC236}">
                <a16:creationId xmlns:a16="http://schemas.microsoft.com/office/drawing/2014/main" id="{E04F9018-8C84-43AA-B858-C90C833AD46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9F42768-7A00-44B6-B91D-8876B8A46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pc="600" dirty="0"/>
              <a:t>CONCLUSION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BEB3A5-2FC8-4AD8-8BB4-F7837CBF0E16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Marketing Potential in underserved regions</a:t>
            </a:r>
          </a:p>
          <a:p>
            <a:r>
              <a:rPr lang="en-US" dirty="0"/>
              <a:t>Identification of seasonal patterns</a:t>
            </a:r>
          </a:p>
          <a:p>
            <a:r>
              <a:rPr lang="en-US" dirty="0"/>
              <a:t>Underutilized Pediatric and Female Child care</a:t>
            </a:r>
          </a:p>
          <a:p>
            <a:r>
              <a:rPr lang="en-US" dirty="0"/>
              <a:t>Referral Networks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B20246-FB69-8DAA-9A58-FE32296CF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05D35-D126-3B47-A82C-2A13EA9E0A6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811680"/>
      </p:ext>
    </p:extLst>
  </p:cSld>
  <p:clrMapOvr>
    <a:masterClrMapping/>
  </p:clrMapOvr>
</p:sld>
</file>

<file path=ppt/theme/theme1.xml><?xml version="1.0" encoding="utf-8"?>
<a:theme xmlns:a="http://schemas.openxmlformats.org/drawingml/2006/main" name="Minimal and Mute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Meiryo">
      <a:majorFont>
        <a:latin typeface="Meiryo UI"/>
        <a:ea typeface=""/>
        <a:cs typeface=""/>
      </a:majorFont>
      <a:minorFont>
        <a:latin typeface="Meiryo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4575339C-C32B-4598-89D3-40CE402AE836}" vid="{2B7EF1B1-1997-4816-8972-8A33AD129E2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Modern Asian city presentation</Template>
  <TotalTime>1271</TotalTime>
  <Words>511</Words>
  <Application>Microsoft Office PowerPoint</Application>
  <PresentationFormat>Widescreen</PresentationFormat>
  <Paragraphs>94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Meiryo UI</vt:lpstr>
      <vt:lpstr>Arial</vt:lpstr>
      <vt:lpstr>Calibri</vt:lpstr>
      <vt:lpstr>Wingdings</vt:lpstr>
      <vt:lpstr>Minimal and Muted</vt:lpstr>
      <vt:lpstr>BDM CAPSTONE PROJECT</vt:lpstr>
      <vt:lpstr>BUSINESS PROBLEM STATEMENTS</vt:lpstr>
      <vt:lpstr>DATA COLLECTION AND PROCESSING</vt:lpstr>
      <vt:lpstr>CONTRIBUTION FROM DIFFERENT REGIONS</vt:lpstr>
      <vt:lpstr>TEMPORAL TRENDS</vt:lpstr>
      <vt:lpstr>CONTRIBUTION FROM DIFFERENT REGIONS</vt:lpstr>
      <vt:lpstr>AGE DISTRIBUTION</vt:lpstr>
      <vt:lpstr>GENDER DISTRIBUTION</vt:lpstr>
      <vt:lpstr>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Yashika Sharma</dc:creator>
  <cp:lastModifiedBy>Yashika Sharma</cp:lastModifiedBy>
  <cp:revision>1</cp:revision>
  <cp:lastPrinted>2025-11-15T11:39:47Z</cp:lastPrinted>
  <dcterms:created xsi:type="dcterms:W3CDTF">2025-11-14T15:12:42Z</dcterms:created>
  <dcterms:modified xsi:type="dcterms:W3CDTF">2025-11-16T06:42:39Z</dcterms:modified>
</cp:coreProperties>
</file>